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6" r:id="rId5"/>
    <p:sldId id="258" r:id="rId6"/>
    <p:sldId id="286" r:id="rId7"/>
    <p:sldId id="287" r:id="rId8"/>
    <p:sldId id="288" r:id="rId9"/>
    <p:sldId id="289" r:id="rId10"/>
    <p:sldId id="261" r:id="rId11"/>
    <p:sldId id="262" r:id="rId12"/>
    <p:sldId id="283" r:id="rId13"/>
    <p:sldId id="264" r:id="rId14"/>
    <p:sldId id="266" r:id="rId15"/>
    <p:sldId id="284" r:id="rId16"/>
    <p:sldId id="267" r:id="rId17"/>
    <p:sldId id="269" r:id="rId18"/>
    <p:sldId id="268" r:id="rId19"/>
    <p:sldId id="28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84" y="16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1"/>
            <c:invertIfNegative val="0"/>
            <c:bubble3D val="0"/>
            <c:spPr>
              <a:pattFill prst="ltUpDiag">
                <a:fgClr>
                  <a:schemeClr val="accent1">
                    <a:lumMod val="50000"/>
                  </a:schemeClr>
                </a:fgClr>
                <a:bgClr>
                  <a:schemeClr val="accent6"/>
                </a:bgClr>
              </a:pattFill>
              <a:ln w="12700">
                <a:solidFill>
                  <a:schemeClr val="accent6">
                    <a:lumMod val="60000"/>
                    <a:lumOff val="40000"/>
                  </a:schemeClr>
                </a:solidFill>
              </a:ln>
              <a:effectLst/>
            </c:spPr>
            <c:extLst>
              <c:ext xmlns:c16="http://schemas.microsoft.com/office/drawing/2014/chart" uri="{C3380CC4-5D6E-409C-BE32-E72D297353CC}">
                <c16:uniqueId val="{00000001-73FB-9843-92B3-91A80E32B7C5}"/>
              </c:ext>
            </c:extLst>
          </c:dPt>
          <c:dPt>
            <c:idx val="2"/>
            <c:invertIfNegative val="0"/>
            <c:bubble3D val="0"/>
            <c:spPr>
              <a:pattFill prst="ltUpDiag">
                <a:fgClr>
                  <a:schemeClr val="accent1">
                    <a:lumMod val="50000"/>
                  </a:schemeClr>
                </a:fgClr>
                <a:bgClr>
                  <a:schemeClr val="accent3"/>
                </a:bgClr>
              </a:pattFill>
              <a:ln w="12700">
                <a:solidFill>
                  <a:schemeClr val="accent3">
                    <a:lumMod val="60000"/>
                    <a:lumOff val="40000"/>
                  </a:schemeClr>
                </a:solidFill>
              </a:ln>
              <a:effectLst/>
            </c:spPr>
            <c:extLst>
              <c:ext xmlns:c16="http://schemas.microsoft.com/office/drawing/2014/chart" uri="{C3380CC4-5D6E-409C-BE32-E72D297353CC}">
                <c16:uniqueId val="{00000007-73FB-9843-92B3-91A80E32B7C5}"/>
              </c:ext>
            </c:extLst>
          </c:dPt>
          <c:dPt>
            <c:idx val="3"/>
            <c:invertIfNegative val="0"/>
            <c:bubble3D val="0"/>
            <c:spPr>
              <a:pattFill prst="ltUpDiag">
                <a:fgClr>
                  <a:schemeClr val="accent1">
                    <a:lumMod val="50000"/>
                  </a:schemeClr>
                </a:fgClr>
                <a:bgClr>
                  <a:schemeClr val="accent1">
                    <a:lumMod val="60000"/>
                    <a:lumOff val="40000"/>
                  </a:schemeClr>
                </a:bgClr>
              </a:pattFill>
              <a:ln w="12700">
                <a:solidFill>
                  <a:schemeClr val="accent1">
                    <a:lumMod val="40000"/>
                    <a:lumOff val="60000"/>
                  </a:schemeClr>
                </a:solidFill>
              </a:ln>
              <a:effectLst/>
            </c:spPr>
            <c:extLst>
              <c:ext xmlns:c16="http://schemas.microsoft.com/office/drawing/2014/chart" uri="{C3380CC4-5D6E-409C-BE32-E72D297353CC}">
                <c16:uniqueId val="{00000003-73FB-9843-92B3-91A80E32B7C5}"/>
              </c:ext>
            </c:extLst>
          </c:dPt>
          <c:dPt>
            <c:idx val="4"/>
            <c:invertIfNegative val="0"/>
            <c:bubble3D val="0"/>
            <c:spPr>
              <a:pattFill prst="ltUpDiag">
                <a:fgClr>
                  <a:schemeClr val="accent1">
                    <a:lumMod val="50000"/>
                  </a:schemeClr>
                </a:fgClr>
                <a:bgClr>
                  <a:schemeClr val="accent2"/>
                </a:bgClr>
              </a:pattFill>
              <a:ln w="12700">
                <a:solidFill>
                  <a:schemeClr val="accent2">
                    <a:lumMod val="60000"/>
                    <a:lumOff val="40000"/>
                  </a:schemeClr>
                </a:solidFill>
              </a:ln>
              <a:effectLst/>
            </c:spPr>
            <c:extLst>
              <c:ext xmlns:c16="http://schemas.microsoft.com/office/drawing/2014/chart" uri="{C3380CC4-5D6E-409C-BE32-E72D297353CC}">
                <c16:uniqueId val="{00000005-73FB-9843-92B3-91A80E32B7C5}"/>
              </c:ext>
            </c:extLst>
          </c:dPt>
          <c:cat>
            <c:strRef>
              <c:f>Sheet1!$A$2:$A$6</c:f>
              <c:strCache>
                <c:ptCount val="5"/>
                <c:pt idx="0">
                  <c:v>20YY</c:v>
                </c:pt>
                <c:pt idx="1">
                  <c:v>20YY</c:v>
                </c:pt>
                <c:pt idx="2">
                  <c:v>20YY</c:v>
                </c:pt>
                <c:pt idx="3">
                  <c:v>20YY</c:v>
                </c:pt>
                <c:pt idx="4">
                  <c:v>20YY</c:v>
                </c:pt>
              </c:strCache>
            </c:strRef>
          </c:cat>
          <c:val>
            <c:numRef>
              <c:f>Sheet1!$B$2:$B$6</c:f>
              <c:numCache>
                <c:formatCode>[$$-409]#,##0</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6-73FB-9843-92B3-91A80E32B7C5}"/>
            </c:ext>
          </c:extLst>
        </c:ser>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744"/>
        <c:crosses val="autoZero"/>
        <c:auto val="1"/>
        <c:lblAlgn val="ctr"/>
        <c:lblOffset val="100"/>
        <c:noMultiLvlLbl val="0"/>
      </c:catAx>
      <c:valAx>
        <c:axId val="1000041744"/>
        <c:scaling>
          <c:orientation val="minMax"/>
        </c:scaling>
        <c:delete val="0"/>
        <c:axPos val="l"/>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4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AFBAB5-A98A-4352-9EB8-E84A99D77D42}"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610E2510-2194-490D-9F6B-6DFF45FC5D53}">
      <dgm:prSet/>
      <dgm:spPr/>
      <dgm:t>
        <a:bodyPr/>
        <a:lstStyle/>
        <a:p>
          <a:r>
            <a:rPr lang="en-US"/>
            <a:t>Application Development</a:t>
          </a:r>
        </a:p>
      </dgm:t>
    </dgm:pt>
    <dgm:pt modelId="{3EE386FC-1781-4E83-8A5F-FBFC84F1B34A}" type="parTrans" cxnId="{C0B4EDC4-0D04-4728-ACF8-8A38E5533B79}">
      <dgm:prSet/>
      <dgm:spPr/>
      <dgm:t>
        <a:bodyPr/>
        <a:lstStyle/>
        <a:p>
          <a:endParaRPr lang="en-US"/>
        </a:p>
      </dgm:t>
    </dgm:pt>
    <dgm:pt modelId="{D4AF16C8-6931-4B77-A486-CECD2D7EC9FD}" type="sibTrans" cxnId="{C0B4EDC4-0D04-4728-ACF8-8A38E5533B79}">
      <dgm:prSet/>
      <dgm:spPr/>
      <dgm:t>
        <a:bodyPr/>
        <a:lstStyle/>
        <a:p>
          <a:endParaRPr lang="en-US"/>
        </a:p>
      </dgm:t>
    </dgm:pt>
    <dgm:pt modelId="{02758F2D-CF49-493D-A6BE-37519C61F676}">
      <dgm:prSet/>
      <dgm:spPr/>
      <dgm:t>
        <a:bodyPr/>
        <a:lstStyle/>
        <a:p>
          <a:r>
            <a:rPr lang="en-US"/>
            <a:t>Integration</a:t>
          </a:r>
        </a:p>
      </dgm:t>
    </dgm:pt>
    <dgm:pt modelId="{04CD3043-07A5-4BCD-A765-7D56399F289A}" type="parTrans" cxnId="{DE7672C7-9F3F-477E-B914-CB233FF975D9}">
      <dgm:prSet/>
      <dgm:spPr/>
      <dgm:t>
        <a:bodyPr/>
        <a:lstStyle/>
        <a:p>
          <a:endParaRPr lang="en-US"/>
        </a:p>
      </dgm:t>
    </dgm:pt>
    <dgm:pt modelId="{86AF921B-7A0F-41C3-96DF-371C5D22391C}" type="sibTrans" cxnId="{DE7672C7-9F3F-477E-B914-CB233FF975D9}">
      <dgm:prSet/>
      <dgm:spPr/>
      <dgm:t>
        <a:bodyPr/>
        <a:lstStyle/>
        <a:p>
          <a:endParaRPr lang="en-US"/>
        </a:p>
      </dgm:t>
    </dgm:pt>
    <dgm:pt modelId="{2E2E69F0-8BBF-4075-9F5B-C64EBFB68278}">
      <dgm:prSet/>
      <dgm:spPr/>
      <dgm:t>
        <a:bodyPr/>
        <a:lstStyle/>
        <a:p>
          <a:r>
            <a:rPr lang="en-US"/>
            <a:t>Data &amp; Analytics</a:t>
          </a:r>
        </a:p>
      </dgm:t>
    </dgm:pt>
    <dgm:pt modelId="{A51D88C0-155D-414F-ADDC-DFC2F066D594}" type="parTrans" cxnId="{51C4F934-8EFB-45E4-82C3-749BC8878326}">
      <dgm:prSet/>
      <dgm:spPr/>
      <dgm:t>
        <a:bodyPr/>
        <a:lstStyle/>
        <a:p>
          <a:endParaRPr lang="en-US"/>
        </a:p>
      </dgm:t>
    </dgm:pt>
    <dgm:pt modelId="{B87F3B2A-2264-41E2-A2C1-331D0E96592F}" type="sibTrans" cxnId="{51C4F934-8EFB-45E4-82C3-749BC8878326}">
      <dgm:prSet/>
      <dgm:spPr/>
      <dgm:t>
        <a:bodyPr/>
        <a:lstStyle/>
        <a:p>
          <a:endParaRPr lang="en-US"/>
        </a:p>
      </dgm:t>
    </dgm:pt>
    <dgm:pt modelId="{61BB40E3-F5FA-4E29-9127-1B5B743B3EE1}">
      <dgm:prSet/>
      <dgm:spPr/>
      <dgm:t>
        <a:bodyPr/>
        <a:lstStyle/>
        <a:p>
          <a:r>
            <a:rPr lang="en-US"/>
            <a:t>AI &amp; Automation</a:t>
          </a:r>
        </a:p>
      </dgm:t>
    </dgm:pt>
    <dgm:pt modelId="{F625760B-43B3-4B3A-AEBF-D3D3655B8BA5}" type="parTrans" cxnId="{E3815699-8E58-4D36-A54A-30374BC684B6}">
      <dgm:prSet/>
      <dgm:spPr/>
      <dgm:t>
        <a:bodyPr/>
        <a:lstStyle/>
        <a:p>
          <a:endParaRPr lang="en-US"/>
        </a:p>
      </dgm:t>
    </dgm:pt>
    <dgm:pt modelId="{E668E381-B401-4EBF-8184-09DD9A553E88}" type="sibTrans" cxnId="{E3815699-8E58-4D36-A54A-30374BC684B6}">
      <dgm:prSet/>
      <dgm:spPr/>
      <dgm:t>
        <a:bodyPr/>
        <a:lstStyle/>
        <a:p>
          <a:endParaRPr lang="en-US"/>
        </a:p>
      </dgm:t>
    </dgm:pt>
    <dgm:pt modelId="{52E3E80F-EA72-480F-B023-D6BA80A565AC}" type="pres">
      <dgm:prSet presAssocID="{E8AFBAB5-A98A-4352-9EB8-E84A99D77D42}" presName="root" presStyleCnt="0">
        <dgm:presLayoutVars>
          <dgm:dir/>
          <dgm:resizeHandles val="exact"/>
        </dgm:presLayoutVars>
      </dgm:prSet>
      <dgm:spPr/>
    </dgm:pt>
    <dgm:pt modelId="{DCCABF7B-DBA2-416B-B8C4-5F2903B13207}" type="pres">
      <dgm:prSet presAssocID="{610E2510-2194-490D-9F6B-6DFF45FC5D53}" presName="compNode" presStyleCnt="0"/>
      <dgm:spPr/>
    </dgm:pt>
    <dgm:pt modelId="{1863A151-7A12-4EDF-98F8-2A62D48325ED}" type="pres">
      <dgm:prSet presAssocID="{610E2510-2194-490D-9F6B-6DFF45FC5D5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36281E8D-EFA8-4451-ABA7-54896C57D4F9}" type="pres">
      <dgm:prSet presAssocID="{610E2510-2194-490D-9F6B-6DFF45FC5D53}" presName="spaceRect" presStyleCnt="0"/>
      <dgm:spPr/>
    </dgm:pt>
    <dgm:pt modelId="{EE20DAE5-C923-4C62-8E02-A0CC16F179C8}" type="pres">
      <dgm:prSet presAssocID="{610E2510-2194-490D-9F6B-6DFF45FC5D53}" presName="textRect" presStyleLbl="revTx" presStyleIdx="0" presStyleCnt="4">
        <dgm:presLayoutVars>
          <dgm:chMax val="1"/>
          <dgm:chPref val="1"/>
        </dgm:presLayoutVars>
      </dgm:prSet>
      <dgm:spPr/>
    </dgm:pt>
    <dgm:pt modelId="{4F7927A4-F2BA-4492-833E-BD6D75BFC109}" type="pres">
      <dgm:prSet presAssocID="{D4AF16C8-6931-4B77-A486-CECD2D7EC9FD}" presName="sibTrans" presStyleCnt="0"/>
      <dgm:spPr/>
    </dgm:pt>
    <dgm:pt modelId="{5E03210F-6832-41F8-9A54-577E562B2426}" type="pres">
      <dgm:prSet presAssocID="{02758F2D-CF49-493D-A6BE-37519C61F676}" presName="compNode" presStyleCnt="0"/>
      <dgm:spPr/>
    </dgm:pt>
    <dgm:pt modelId="{D07321BC-4DCB-4453-94EE-0BAE9D4AD319}" type="pres">
      <dgm:prSet presAssocID="{02758F2D-CF49-493D-A6BE-37519C61F67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work"/>
        </a:ext>
      </dgm:extLst>
    </dgm:pt>
    <dgm:pt modelId="{5AE3B61D-E3FE-46F7-A4DB-41D86A021F9E}" type="pres">
      <dgm:prSet presAssocID="{02758F2D-CF49-493D-A6BE-37519C61F676}" presName="spaceRect" presStyleCnt="0"/>
      <dgm:spPr/>
    </dgm:pt>
    <dgm:pt modelId="{0969B646-07C0-4CB4-8BE3-46D121CF11C3}" type="pres">
      <dgm:prSet presAssocID="{02758F2D-CF49-493D-A6BE-37519C61F676}" presName="textRect" presStyleLbl="revTx" presStyleIdx="1" presStyleCnt="4">
        <dgm:presLayoutVars>
          <dgm:chMax val="1"/>
          <dgm:chPref val="1"/>
        </dgm:presLayoutVars>
      </dgm:prSet>
      <dgm:spPr/>
    </dgm:pt>
    <dgm:pt modelId="{F5462D2A-BC61-470E-8323-23619E4A8003}" type="pres">
      <dgm:prSet presAssocID="{86AF921B-7A0F-41C3-96DF-371C5D22391C}" presName="sibTrans" presStyleCnt="0"/>
      <dgm:spPr/>
    </dgm:pt>
    <dgm:pt modelId="{44426C18-7D30-4425-9C74-2DA2909C3351}" type="pres">
      <dgm:prSet presAssocID="{2E2E69F0-8BBF-4075-9F5B-C64EBFB68278}" presName="compNode" presStyleCnt="0"/>
      <dgm:spPr/>
    </dgm:pt>
    <dgm:pt modelId="{C9EAAA83-C688-4FD4-AE16-394640E0810C}" type="pres">
      <dgm:prSet presAssocID="{2E2E69F0-8BBF-4075-9F5B-C64EBFB6827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D4133707-72D2-4DFB-B547-69ED1DFAAE21}" type="pres">
      <dgm:prSet presAssocID="{2E2E69F0-8BBF-4075-9F5B-C64EBFB68278}" presName="spaceRect" presStyleCnt="0"/>
      <dgm:spPr/>
    </dgm:pt>
    <dgm:pt modelId="{73D44E3F-2F8A-4D6B-B194-DDB35FD4BAEC}" type="pres">
      <dgm:prSet presAssocID="{2E2E69F0-8BBF-4075-9F5B-C64EBFB68278}" presName="textRect" presStyleLbl="revTx" presStyleIdx="2" presStyleCnt="4">
        <dgm:presLayoutVars>
          <dgm:chMax val="1"/>
          <dgm:chPref val="1"/>
        </dgm:presLayoutVars>
      </dgm:prSet>
      <dgm:spPr/>
    </dgm:pt>
    <dgm:pt modelId="{FE4EA67A-547B-4D19-9848-263421A6045C}" type="pres">
      <dgm:prSet presAssocID="{B87F3B2A-2264-41E2-A2C1-331D0E96592F}" presName="sibTrans" presStyleCnt="0"/>
      <dgm:spPr/>
    </dgm:pt>
    <dgm:pt modelId="{FE2151E6-2846-4357-BAE5-A43FF076C710}" type="pres">
      <dgm:prSet presAssocID="{61BB40E3-F5FA-4E29-9127-1B5B743B3EE1}" presName="compNode" presStyleCnt="0"/>
      <dgm:spPr/>
    </dgm:pt>
    <dgm:pt modelId="{D38BB3C2-006B-46F0-90F2-55CFACF2B1D0}" type="pres">
      <dgm:prSet presAssocID="{61BB40E3-F5FA-4E29-9127-1B5B743B3EE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bot"/>
        </a:ext>
      </dgm:extLst>
    </dgm:pt>
    <dgm:pt modelId="{5259B8E0-4752-4F5E-BB89-7EF36543EED7}" type="pres">
      <dgm:prSet presAssocID="{61BB40E3-F5FA-4E29-9127-1B5B743B3EE1}" presName="spaceRect" presStyleCnt="0"/>
      <dgm:spPr/>
    </dgm:pt>
    <dgm:pt modelId="{03D215A7-773F-4063-AF21-ACDE4BB32E41}" type="pres">
      <dgm:prSet presAssocID="{61BB40E3-F5FA-4E29-9127-1B5B743B3EE1}" presName="textRect" presStyleLbl="revTx" presStyleIdx="3" presStyleCnt="4">
        <dgm:presLayoutVars>
          <dgm:chMax val="1"/>
          <dgm:chPref val="1"/>
        </dgm:presLayoutVars>
      </dgm:prSet>
      <dgm:spPr/>
    </dgm:pt>
  </dgm:ptLst>
  <dgm:cxnLst>
    <dgm:cxn modelId="{51C4F934-8EFB-45E4-82C3-749BC8878326}" srcId="{E8AFBAB5-A98A-4352-9EB8-E84A99D77D42}" destId="{2E2E69F0-8BBF-4075-9F5B-C64EBFB68278}" srcOrd="2" destOrd="0" parTransId="{A51D88C0-155D-414F-ADDC-DFC2F066D594}" sibTransId="{B87F3B2A-2264-41E2-A2C1-331D0E96592F}"/>
    <dgm:cxn modelId="{C4610D39-AA59-471A-BB69-46B013F986E3}" type="presOf" srcId="{61BB40E3-F5FA-4E29-9127-1B5B743B3EE1}" destId="{03D215A7-773F-4063-AF21-ACDE4BB32E41}" srcOrd="0" destOrd="0" presId="urn:microsoft.com/office/officeart/2018/2/layout/IconLabelList"/>
    <dgm:cxn modelId="{EBBC5045-E739-4184-A389-77E1C16EDC33}" type="presOf" srcId="{610E2510-2194-490D-9F6B-6DFF45FC5D53}" destId="{EE20DAE5-C923-4C62-8E02-A0CC16F179C8}" srcOrd="0" destOrd="0" presId="urn:microsoft.com/office/officeart/2018/2/layout/IconLabelList"/>
    <dgm:cxn modelId="{E3815699-8E58-4D36-A54A-30374BC684B6}" srcId="{E8AFBAB5-A98A-4352-9EB8-E84A99D77D42}" destId="{61BB40E3-F5FA-4E29-9127-1B5B743B3EE1}" srcOrd="3" destOrd="0" parTransId="{F625760B-43B3-4B3A-AEBF-D3D3655B8BA5}" sibTransId="{E668E381-B401-4EBF-8184-09DD9A553E88}"/>
    <dgm:cxn modelId="{1DD4CC9C-3343-412D-9015-B756FB9AB7CA}" type="presOf" srcId="{2E2E69F0-8BBF-4075-9F5B-C64EBFB68278}" destId="{73D44E3F-2F8A-4D6B-B194-DDB35FD4BAEC}" srcOrd="0" destOrd="0" presId="urn:microsoft.com/office/officeart/2018/2/layout/IconLabelList"/>
    <dgm:cxn modelId="{5A7D09A2-9CEA-4F13-A6DA-CEF1BAEF02C1}" type="presOf" srcId="{E8AFBAB5-A98A-4352-9EB8-E84A99D77D42}" destId="{52E3E80F-EA72-480F-B023-D6BA80A565AC}" srcOrd="0" destOrd="0" presId="urn:microsoft.com/office/officeart/2018/2/layout/IconLabelList"/>
    <dgm:cxn modelId="{C0B4EDC4-0D04-4728-ACF8-8A38E5533B79}" srcId="{E8AFBAB5-A98A-4352-9EB8-E84A99D77D42}" destId="{610E2510-2194-490D-9F6B-6DFF45FC5D53}" srcOrd="0" destOrd="0" parTransId="{3EE386FC-1781-4E83-8A5F-FBFC84F1B34A}" sibTransId="{D4AF16C8-6931-4B77-A486-CECD2D7EC9FD}"/>
    <dgm:cxn modelId="{DE7672C7-9F3F-477E-B914-CB233FF975D9}" srcId="{E8AFBAB5-A98A-4352-9EB8-E84A99D77D42}" destId="{02758F2D-CF49-493D-A6BE-37519C61F676}" srcOrd="1" destOrd="0" parTransId="{04CD3043-07A5-4BCD-A765-7D56399F289A}" sibTransId="{86AF921B-7A0F-41C3-96DF-371C5D22391C}"/>
    <dgm:cxn modelId="{D7AC03CC-459B-406C-8D28-BF7320DCD6FA}" type="presOf" srcId="{02758F2D-CF49-493D-A6BE-37519C61F676}" destId="{0969B646-07C0-4CB4-8BE3-46D121CF11C3}" srcOrd="0" destOrd="0" presId="urn:microsoft.com/office/officeart/2018/2/layout/IconLabelList"/>
    <dgm:cxn modelId="{22483DB7-A938-48DC-9AFE-80919C6EDE3D}" type="presParOf" srcId="{52E3E80F-EA72-480F-B023-D6BA80A565AC}" destId="{DCCABF7B-DBA2-416B-B8C4-5F2903B13207}" srcOrd="0" destOrd="0" presId="urn:microsoft.com/office/officeart/2018/2/layout/IconLabelList"/>
    <dgm:cxn modelId="{72243360-8823-4896-B524-F21F70E278F5}" type="presParOf" srcId="{DCCABF7B-DBA2-416B-B8C4-5F2903B13207}" destId="{1863A151-7A12-4EDF-98F8-2A62D48325ED}" srcOrd="0" destOrd="0" presId="urn:microsoft.com/office/officeart/2018/2/layout/IconLabelList"/>
    <dgm:cxn modelId="{7AC92DAC-EDDF-4743-A5E0-BB6FB4D23F05}" type="presParOf" srcId="{DCCABF7B-DBA2-416B-B8C4-5F2903B13207}" destId="{36281E8D-EFA8-4451-ABA7-54896C57D4F9}" srcOrd="1" destOrd="0" presId="urn:microsoft.com/office/officeart/2018/2/layout/IconLabelList"/>
    <dgm:cxn modelId="{BF0E05AB-96F6-4EAF-827D-025849950146}" type="presParOf" srcId="{DCCABF7B-DBA2-416B-B8C4-5F2903B13207}" destId="{EE20DAE5-C923-4C62-8E02-A0CC16F179C8}" srcOrd="2" destOrd="0" presId="urn:microsoft.com/office/officeart/2018/2/layout/IconLabelList"/>
    <dgm:cxn modelId="{7F9BFC3C-7FF6-49BD-8DBF-BAE3F29BEB05}" type="presParOf" srcId="{52E3E80F-EA72-480F-B023-D6BA80A565AC}" destId="{4F7927A4-F2BA-4492-833E-BD6D75BFC109}" srcOrd="1" destOrd="0" presId="urn:microsoft.com/office/officeart/2018/2/layout/IconLabelList"/>
    <dgm:cxn modelId="{D8458CC1-368F-4CFE-8AB7-1F4CCF0CBE2B}" type="presParOf" srcId="{52E3E80F-EA72-480F-B023-D6BA80A565AC}" destId="{5E03210F-6832-41F8-9A54-577E562B2426}" srcOrd="2" destOrd="0" presId="urn:microsoft.com/office/officeart/2018/2/layout/IconLabelList"/>
    <dgm:cxn modelId="{06A6D059-C7E0-4930-B745-BDA923A54B5D}" type="presParOf" srcId="{5E03210F-6832-41F8-9A54-577E562B2426}" destId="{D07321BC-4DCB-4453-94EE-0BAE9D4AD319}" srcOrd="0" destOrd="0" presId="urn:microsoft.com/office/officeart/2018/2/layout/IconLabelList"/>
    <dgm:cxn modelId="{06CADC7E-3F0B-4A60-9ED0-8EDF17776852}" type="presParOf" srcId="{5E03210F-6832-41F8-9A54-577E562B2426}" destId="{5AE3B61D-E3FE-46F7-A4DB-41D86A021F9E}" srcOrd="1" destOrd="0" presId="urn:microsoft.com/office/officeart/2018/2/layout/IconLabelList"/>
    <dgm:cxn modelId="{0BF7B592-B691-4E05-8D1F-2166FF029D70}" type="presParOf" srcId="{5E03210F-6832-41F8-9A54-577E562B2426}" destId="{0969B646-07C0-4CB4-8BE3-46D121CF11C3}" srcOrd="2" destOrd="0" presId="urn:microsoft.com/office/officeart/2018/2/layout/IconLabelList"/>
    <dgm:cxn modelId="{D6B548BF-D1FF-41E2-8AE9-93AF4F0E77E2}" type="presParOf" srcId="{52E3E80F-EA72-480F-B023-D6BA80A565AC}" destId="{F5462D2A-BC61-470E-8323-23619E4A8003}" srcOrd="3" destOrd="0" presId="urn:microsoft.com/office/officeart/2018/2/layout/IconLabelList"/>
    <dgm:cxn modelId="{26321009-9077-4C99-AAB4-94187D5000CC}" type="presParOf" srcId="{52E3E80F-EA72-480F-B023-D6BA80A565AC}" destId="{44426C18-7D30-4425-9C74-2DA2909C3351}" srcOrd="4" destOrd="0" presId="urn:microsoft.com/office/officeart/2018/2/layout/IconLabelList"/>
    <dgm:cxn modelId="{589CCB75-77D0-41CA-8762-94B6BFCF7AE1}" type="presParOf" srcId="{44426C18-7D30-4425-9C74-2DA2909C3351}" destId="{C9EAAA83-C688-4FD4-AE16-394640E0810C}" srcOrd="0" destOrd="0" presId="urn:microsoft.com/office/officeart/2018/2/layout/IconLabelList"/>
    <dgm:cxn modelId="{FB81DE52-D5FA-47B6-B736-8D574E7967FD}" type="presParOf" srcId="{44426C18-7D30-4425-9C74-2DA2909C3351}" destId="{D4133707-72D2-4DFB-B547-69ED1DFAAE21}" srcOrd="1" destOrd="0" presId="urn:microsoft.com/office/officeart/2018/2/layout/IconLabelList"/>
    <dgm:cxn modelId="{EDA52F25-8EF1-415E-B365-E0F9D96216B8}" type="presParOf" srcId="{44426C18-7D30-4425-9C74-2DA2909C3351}" destId="{73D44E3F-2F8A-4D6B-B194-DDB35FD4BAEC}" srcOrd="2" destOrd="0" presId="urn:microsoft.com/office/officeart/2018/2/layout/IconLabelList"/>
    <dgm:cxn modelId="{94BEA321-AD35-4756-AFEE-28B75D8206F0}" type="presParOf" srcId="{52E3E80F-EA72-480F-B023-D6BA80A565AC}" destId="{FE4EA67A-547B-4D19-9848-263421A6045C}" srcOrd="5" destOrd="0" presId="urn:microsoft.com/office/officeart/2018/2/layout/IconLabelList"/>
    <dgm:cxn modelId="{0F22BAC4-653D-4B8E-8123-B2DE15B69885}" type="presParOf" srcId="{52E3E80F-EA72-480F-B023-D6BA80A565AC}" destId="{FE2151E6-2846-4357-BAE5-A43FF076C710}" srcOrd="6" destOrd="0" presId="urn:microsoft.com/office/officeart/2018/2/layout/IconLabelList"/>
    <dgm:cxn modelId="{A229414F-5660-4A01-9DDE-4548E4C099BC}" type="presParOf" srcId="{FE2151E6-2846-4357-BAE5-A43FF076C710}" destId="{D38BB3C2-006B-46F0-90F2-55CFACF2B1D0}" srcOrd="0" destOrd="0" presId="urn:microsoft.com/office/officeart/2018/2/layout/IconLabelList"/>
    <dgm:cxn modelId="{94E3CC82-C77E-43F0-9F0A-71CA366330B5}" type="presParOf" srcId="{FE2151E6-2846-4357-BAE5-A43FF076C710}" destId="{5259B8E0-4752-4F5E-BB89-7EF36543EED7}" srcOrd="1" destOrd="0" presId="urn:microsoft.com/office/officeart/2018/2/layout/IconLabelList"/>
    <dgm:cxn modelId="{5252FB9B-D37D-4DAE-A905-826E93F91010}" type="presParOf" srcId="{FE2151E6-2846-4357-BAE5-A43FF076C710}" destId="{03D215A7-773F-4063-AF21-ACDE4BB32E4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08BAC0-AF0E-4FEB-8B48-F660E219056A}" type="doc">
      <dgm:prSet loTypeId="urn:microsoft.com/office/officeart/2005/8/layout/hierarchy3" loCatId="hierarchy" qsTypeId="urn:microsoft.com/office/officeart/2005/8/quickstyle/simple1" qsCatId="simple" csTypeId="urn:microsoft.com/office/officeart/2005/8/colors/accent2_2" csCatId="accent2"/>
      <dgm:spPr/>
      <dgm:t>
        <a:bodyPr/>
        <a:lstStyle/>
        <a:p>
          <a:endParaRPr lang="en-US"/>
        </a:p>
      </dgm:t>
    </dgm:pt>
    <dgm:pt modelId="{AF04A872-EE1E-4F20-BF04-4B5C144E927F}">
      <dgm:prSet/>
      <dgm:spPr/>
      <dgm:t>
        <a:bodyPr/>
        <a:lstStyle/>
        <a:p>
          <a:r>
            <a:rPr lang="en-US"/>
            <a:t>Global Account</a:t>
          </a:r>
        </a:p>
      </dgm:t>
    </dgm:pt>
    <dgm:pt modelId="{92F36A5D-42B3-4936-9CE8-75D906F4D315}" type="parTrans" cxnId="{DF81A974-DBFA-43BB-8DAE-2FF14556A6B4}">
      <dgm:prSet/>
      <dgm:spPr/>
      <dgm:t>
        <a:bodyPr/>
        <a:lstStyle/>
        <a:p>
          <a:endParaRPr lang="en-US"/>
        </a:p>
      </dgm:t>
    </dgm:pt>
    <dgm:pt modelId="{0F159610-F590-422E-BE6E-B1FD3E6E32D0}" type="sibTrans" cxnId="{DF81A974-DBFA-43BB-8DAE-2FF14556A6B4}">
      <dgm:prSet/>
      <dgm:spPr/>
      <dgm:t>
        <a:bodyPr/>
        <a:lstStyle/>
        <a:p>
          <a:endParaRPr lang="en-US"/>
        </a:p>
      </dgm:t>
    </dgm:pt>
    <dgm:pt modelId="{9BA20C42-3240-4C4A-8464-A3E7B4211A7E}">
      <dgm:prSet/>
      <dgm:spPr/>
      <dgm:t>
        <a:bodyPr/>
        <a:lstStyle/>
        <a:p>
          <a:r>
            <a:rPr lang="en-US"/>
            <a:t>Subaccount</a:t>
          </a:r>
        </a:p>
      </dgm:t>
    </dgm:pt>
    <dgm:pt modelId="{FBA56DC0-A0BA-45FB-80AF-634E6473F5CB}" type="parTrans" cxnId="{77DE72D5-19E3-4227-8C18-78CA1AF77604}">
      <dgm:prSet/>
      <dgm:spPr/>
      <dgm:t>
        <a:bodyPr/>
        <a:lstStyle/>
        <a:p>
          <a:endParaRPr lang="en-US"/>
        </a:p>
      </dgm:t>
    </dgm:pt>
    <dgm:pt modelId="{9A381319-D55D-4630-B93D-C96E8CF45DD7}" type="sibTrans" cxnId="{77DE72D5-19E3-4227-8C18-78CA1AF77604}">
      <dgm:prSet/>
      <dgm:spPr/>
      <dgm:t>
        <a:bodyPr/>
        <a:lstStyle/>
        <a:p>
          <a:endParaRPr lang="en-US"/>
        </a:p>
      </dgm:t>
    </dgm:pt>
    <dgm:pt modelId="{C46CF7CD-5BA1-47F5-97C3-8D0962EE36C2}">
      <dgm:prSet/>
      <dgm:spPr/>
      <dgm:t>
        <a:bodyPr/>
        <a:lstStyle/>
        <a:p>
          <a:r>
            <a:rPr lang="en-US"/>
            <a:t>Spaces</a:t>
          </a:r>
        </a:p>
      </dgm:t>
    </dgm:pt>
    <dgm:pt modelId="{7B906964-2EC5-46BA-818E-151E0736139A}" type="parTrans" cxnId="{C2B6C84F-F2F3-4A8C-B2A8-C7B548E79449}">
      <dgm:prSet/>
      <dgm:spPr/>
      <dgm:t>
        <a:bodyPr/>
        <a:lstStyle/>
        <a:p>
          <a:endParaRPr lang="en-US"/>
        </a:p>
      </dgm:t>
    </dgm:pt>
    <dgm:pt modelId="{59250CC6-7D1D-4F5B-A6CC-27D1FAD4F1E5}" type="sibTrans" cxnId="{C2B6C84F-F2F3-4A8C-B2A8-C7B548E79449}">
      <dgm:prSet/>
      <dgm:spPr/>
      <dgm:t>
        <a:bodyPr/>
        <a:lstStyle/>
        <a:p>
          <a:endParaRPr lang="en-US"/>
        </a:p>
      </dgm:t>
    </dgm:pt>
    <dgm:pt modelId="{85BB4285-ECB6-4E55-BA9D-10BEC70AF234}" type="pres">
      <dgm:prSet presAssocID="{B408BAC0-AF0E-4FEB-8B48-F660E219056A}" presName="diagram" presStyleCnt="0">
        <dgm:presLayoutVars>
          <dgm:chPref val="1"/>
          <dgm:dir/>
          <dgm:animOne val="branch"/>
          <dgm:animLvl val="lvl"/>
          <dgm:resizeHandles/>
        </dgm:presLayoutVars>
      </dgm:prSet>
      <dgm:spPr/>
    </dgm:pt>
    <dgm:pt modelId="{6C95DBC3-89AC-4C2F-8BD8-0236DD5518AD}" type="pres">
      <dgm:prSet presAssocID="{AF04A872-EE1E-4F20-BF04-4B5C144E927F}" presName="root" presStyleCnt="0"/>
      <dgm:spPr/>
    </dgm:pt>
    <dgm:pt modelId="{D21E5BBB-EF4C-453A-BC28-216793A3BE8F}" type="pres">
      <dgm:prSet presAssocID="{AF04A872-EE1E-4F20-BF04-4B5C144E927F}" presName="rootComposite" presStyleCnt="0"/>
      <dgm:spPr/>
    </dgm:pt>
    <dgm:pt modelId="{2E9A7538-E17F-4FEB-9644-E89CFE6D38EB}" type="pres">
      <dgm:prSet presAssocID="{AF04A872-EE1E-4F20-BF04-4B5C144E927F}" presName="rootText" presStyleLbl="node1" presStyleIdx="0" presStyleCnt="3"/>
      <dgm:spPr/>
    </dgm:pt>
    <dgm:pt modelId="{BF9C8936-8C5C-4EA7-8BBB-F737E8A5324F}" type="pres">
      <dgm:prSet presAssocID="{AF04A872-EE1E-4F20-BF04-4B5C144E927F}" presName="rootConnector" presStyleLbl="node1" presStyleIdx="0" presStyleCnt="3"/>
      <dgm:spPr/>
    </dgm:pt>
    <dgm:pt modelId="{0862EAB2-983B-433B-8ED2-C01844ACD54A}" type="pres">
      <dgm:prSet presAssocID="{AF04A872-EE1E-4F20-BF04-4B5C144E927F}" presName="childShape" presStyleCnt="0"/>
      <dgm:spPr/>
    </dgm:pt>
    <dgm:pt modelId="{E5E88EFE-046E-4995-AFBF-8807D85F5DC2}" type="pres">
      <dgm:prSet presAssocID="{9BA20C42-3240-4C4A-8464-A3E7B4211A7E}" presName="root" presStyleCnt="0"/>
      <dgm:spPr/>
    </dgm:pt>
    <dgm:pt modelId="{F18B0F62-5E02-4B22-A23B-1BB8C0B2F30A}" type="pres">
      <dgm:prSet presAssocID="{9BA20C42-3240-4C4A-8464-A3E7B4211A7E}" presName="rootComposite" presStyleCnt="0"/>
      <dgm:spPr/>
    </dgm:pt>
    <dgm:pt modelId="{55705E0D-038D-45CD-89FB-5D5878962125}" type="pres">
      <dgm:prSet presAssocID="{9BA20C42-3240-4C4A-8464-A3E7B4211A7E}" presName="rootText" presStyleLbl="node1" presStyleIdx="1" presStyleCnt="3"/>
      <dgm:spPr/>
    </dgm:pt>
    <dgm:pt modelId="{C911FD15-486E-4842-8304-86DB3A93522F}" type="pres">
      <dgm:prSet presAssocID="{9BA20C42-3240-4C4A-8464-A3E7B4211A7E}" presName="rootConnector" presStyleLbl="node1" presStyleIdx="1" presStyleCnt="3"/>
      <dgm:spPr/>
    </dgm:pt>
    <dgm:pt modelId="{F3D447EB-8B43-411B-819C-785E363A32D0}" type="pres">
      <dgm:prSet presAssocID="{9BA20C42-3240-4C4A-8464-A3E7B4211A7E}" presName="childShape" presStyleCnt="0"/>
      <dgm:spPr/>
    </dgm:pt>
    <dgm:pt modelId="{E18C6B64-7E3E-4D38-B648-AEE911F6B844}" type="pres">
      <dgm:prSet presAssocID="{C46CF7CD-5BA1-47F5-97C3-8D0962EE36C2}" presName="root" presStyleCnt="0"/>
      <dgm:spPr/>
    </dgm:pt>
    <dgm:pt modelId="{B7FA0CC3-6C18-4F29-854E-1ECF9584709E}" type="pres">
      <dgm:prSet presAssocID="{C46CF7CD-5BA1-47F5-97C3-8D0962EE36C2}" presName="rootComposite" presStyleCnt="0"/>
      <dgm:spPr/>
    </dgm:pt>
    <dgm:pt modelId="{30C889AA-5591-4F93-88A7-3D79DE157969}" type="pres">
      <dgm:prSet presAssocID="{C46CF7CD-5BA1-47F5-97C3-8D0962EE36C2}" presName="rootText" presStyleLbl="node1" presStyleIdx="2" presStyleCnt="3"/>
      <dgm:spPr/>
    </dgm:pt>
    <dgm:pt modelId="{80DC0877-2298-428D-A798-DD9FD2172C43}" type="pres">
      <dgm:prSet presAssocID="{C46CF7CD-5BA1-47F5-97C3-8D0962EE36C2}" presName="rootConnector" presStyleLbl="node1" presStyleIdx="2" presStyleCnt="3"/>
      <dgm:spPr/>
    </dgm:pt>
    <dgm:pt modelId="{9ADE9189-833C-4E61-B5A6-6A6475B7927E}" type="pres">
      <dgm:prSet presAssocID="{C46CF7CD-5BA1-47F5-97C3-8D0962EE36C2}" presName="childShape" presStyleCnt="0"/>
      <dgm:spPr/>
    </dgm:pt>
  </dgm:ptLst>
  <dgm:cxnLst>
    <dgm:cxn modelId="{44088123-247D-4079-9B7E-24D1187B77E3}" type="presOf" srcId="{9BA20C42-3240-4C4A-8464-A3E7B4211A7E}" destId="{C911FD15-486E-4842-8304-86DB3A93522F}" srcOrd="1" destOrd="0" presId="urn:microsoft.com/office/officeart/2005/8/layout/hierarchy3"/>
    <dgm:cxn modelId="{F132376A-EEDF-47CB-AC39-F3137CA401C8}" type="presOf" srcId="{AF04A872-EE1E-4F20-BF04-4B5C144E927F}" destId="{2E9A7538-E17F-4FEB-9644-E89CFE6D38EB}" srcOrd="0" destOrd="0" presId="urn:microsoft.com/office/officeart/2005/8/layout/hierarchy3"/>
    <dgm:cxn modelId="{C2B6C84F-F2F3-4A8C-B2A8-C7B548E79449}" srcId="{B408BAC0-AF0E-4FEB-8B48-F660E219056A}" destId="{C46CF7CD-5BA1-47F5-97C3-8D0962EE36C2}" srcOrd="2" destOrd="0" parTransId="{7B906964-2EC5-46BA-818E-151E0736139A}" sibTransId="{59250CC6-7D1D-4F5B-A6CC-27D1FAD4F1E5}"/>
    <dgm:cxn modelId="{27957E50-56C9-4CB2-8909-E4BB35F87CA1}" type="presOf" srcId="{C46CF7CD-5BA1-47F5-97C3-8D0962EE36C2}" destId="{80DC0877-2298-428D-A798-DD9FD2172C43}" srcOrd="1" destOrd="0" presId="urn:microsoft.com/office/officeart/2005/8/layout/hierarchy3"/>
    <dgm:cxn modelId="{DF81A974-DBFA-43BB-8DAE-2FF14556A6B4}" srcId="{B408BAC0-AF0E-4FEB-8B48-F660E219056A}" destId="{AF04A872-EE1E-4F20-BF04-4B5C144E927F}" srcOrd="0" destOrd="0" parTransId="{92F36A5D-42B3-4936-9CE8-75D906F4D315}" sibTransId="{0F159610-F590-422E-BE6E-B1FD3E6E32D0}"/>
    <dgm:cxn modelId="{3612A079-8D2F-49E0-A76B-B3DC42E5F142}" type="presOf" srcId="{B408BAC0-AF0E-4FEB-8B48-F660E219056A}" destId="{85BB4285-ECB6-4E55-BA9D-10BEC70AF234}" srcOrd="0" destOrd="0" presId="urn:microsoft.com/office/officeart/2005/8/layout/hierarchy3"/>
    <dgm:cxn modelId="{3164ED89-526A-474F-8D84-18B0A7B52071}" type="presOf" srcId="{AF04A872-EE1E-4F20-BF04-4B5C144E927F}" destId="{BF9C8936-8C5C-4EA7-8BBB-F737E8A5324F}" srcOrd="1" destOrd="0" presId="urn:microsoft.com/office/officeart/2005/8/layout/hierarchy3"/>
    <dgm:cxn modelId="{87FAE4A4-351D-4C64-8C09-716A4F2AD72C}" type="presOf" srcId="{C46CF7CD-5BA1-47F5-97C3-8D0962EE36C2}" destId="{30C889AA-5591-4F93-88A7-3D79DE157969}" srcOrd="0" destOrd="0" presId="urn:microsoft.com/office/officeart/2005/8/layout/hierarchy3"/>
    <dgm:cxn modelId="{77DE72D5-19E3-4227-8C18-78CA1AF77604}" srcId="{B408BAC0-AF0E-4FEB-8B48-F660E219056A}" destId="{9BA20C42-3240-4C4A-8464-A3E7B4211A7E}" srcOrd="1" destOrd="0" parTransId="{FBA56DC0-A0BA-45FB-80AF-634E6473F5CB}" sibTransId="{9A381319-D55D-4630-B93D-C96E8CF45DD7}"/>
    <dgm:cxn modelId="{7953DBF4-3ECB-455F-9845-22B050D4BED3}" type="presOf" srcId="{9BA20C42-3240-4C4A-8464-A3E7B4211A7E}" destId="{55705E0D-038D-45CD-89FB-5D5878962125}" srcOrd="0" destOrd="0" presId="urn:microsoft.com/office/officeart/2005/8/layout/hierarchy3"/>
    <dgm:cxn modelId="{EAC5E66B-9883-481D-A8F7-F49D7ED1C4EE}" type="presParOf" srcId="{85BB4285-ECB6-4E55-BA9D-10BEC70AF234}" destId="{6C95DBC3-89AC-4C2F-8BD8-0236DD5518AD}" srcOrd="0" destOrd="0" presId="urn:microsoft.com/office/officeart/2005/8/layout/hierarchy3"/>
    <dgm:cxn modelId="{A5E0E8A3-8B17-465F-BC42-0D66B3C8A7D3}" type="presParOf" srcId="{6C95DBC3-89AC-4C2F-8BD8-0236DD5518AD}" destId="{D21E5BBB-EF4C-453A-BC28-216793A3BE8F}" srcOrd="0" destOrd="0" presId="urn:microsoft.com/office/officeart/2005/8/layout/hierarchy3"/>
    <dgm:cxn modelId="{EDB02B36-5562-4A5A-BFFE-E06B787901A7}" type="presParOf" srcId="{D21E5BBB-EF4C-453A-BC28-216793A3BE8F}" destId="{2E9A7538-E17F-4FEB-9644-E89CFE6D38EB}" srcOrd="0" destOrd="0" presId="urn:microsoft.com/office/officeart/2005/8/layout/hierarchy3"/>
    <dgm:cxn modelId="{BC275FEE-D933-494A-B1D6-152E6E90C17A}" type="presParOf" srcId="{D21E5BBB-EF4C-453A-BC28-216793A3BE8F}" destId="{BF9C8936-8C5C-4EA7-8BBB-F737E8A5324F}" srcOrd="1" destOrd="0" presId="urn:microsoft.com/office/officeart/2005/8/layout/hierarchy3"/>
    <dgm:cxn modelId="{CD05D9E5-E9E3-4484-B370-DB750F8FE886}" type="presParOf" srcId="{6C95DBC3-89AC-4C2F-8BD8-0236DD5518AD}" destId="{0862EAB2-983B-433B-8ED2-C01844ACD54A}" srcOrd="1" destOrd="0" presId="urn:microsoft.com/office/officeart/2005/8/layout/hierarchy3"/>
    <dgm:cxn modelId="{18D2B6D5-A86D-4505-BC6A-7B7426555833}" type="presParOf" srcId="{85BB4285-ECB6-4E55-BA9D-10BEC70AF234}" destId="{E5E88EFE-046E-4995-AFBF-8807D85F5DC2}" srcOrd="1" destOrd="0" presId="urn:microsoft.com/office/officeart/2005/8/layout/hierarchy3"/>
    <dgm:cxn modelId="{EC994F39-9819-4D90-BC2E-B253FBDA871C}" type="presParOf" srcId="{E5E88EFE-046E-4995-AFBF-8807D85F5DC2}" destId="{F18B0F62-5E02-4B22-A23B-1BB8C0B2F30A}" srcOrd="0" destOrd="0" presId="urn:microsoft.com/office/officeart/2005/8/layout/hierarchy3"/>
    <dgm:cxn modelId="{8251C9D6-0A83-42FA-B7AB-505BC86B5811}" type="presParOf" srcId="{F18B0F62-5E02-4B22-A23B-1BB8C0B2F30A}" destId="{55705E0D-038D-45CD-89FB-5D5878962125}" srcOrd="0" destOrd="0" presId="urn:microsoft.com/office/officeart/2005/8/layout/hierarchy3"/>
    <dgm:cxn modelId="{503EE1CB-6CA0-4C49-AA4C-DB14EDDB14DA}" type="presParOf" srcId="{F18B0F62-5E02-4B22-A23B-1BB8C0B2F30A}" destId="{C911FD15-486E-4842-8304-86DB3A93522F}" srcOrd="1" destOrd="0" presId="urn:microsoft.com/office/officeart/2005/8/layout/hierarchy3"/>
    <dgm:cxn modelId="{A19ED184-8D49-495D-9C97-E6A624A4B5D4}" type="presParOf" srcId="{E5E88EFE-046E-4995-AFBF-8807D85F5DC2}" destId="{F3D447EB-8B43-411B-819C-785E363A32D0}" srcOrd="1" destOrd="0" presId="urn:microsoft.com/office/officeart/2005/8/layout/hierarchy3"/>
    <dgm:cxn modelId="{0B712821-C2F8-4971-A6E8-F05C7A00A386}" type="presParOf" srcId="{85BB4285-ECB6-4E55-BA9D-10BEC70AF234}" destId="{E18C6B64-7E3E-4D38-B648-AEE911F6B844}" srcOrd="2" destOrd="0" presId="urn:microsoft.com/office/officeart/2005/8/layout/hierarchy3"/>
    <dgm:cxn modelId="{89FC0C86-1D82-4CEA-8400-89D1FC0DE6AE}" type="presParOf" srcId="{E18C6B64-7E3E-4D38-B648-AEE911F6B844}" destId="{B7FA0CC3-6C18-4F29-854E-1ECF9584709E}" srcOrd="0" destOrd="0" presId="urn:microsoft.com/office/officeart/2005/8/layout/hierarchy3"/>
    <dgm:cxn modelId="{58431429-5D07-4E1B-B6E9-00D524C3A3C6}" type="presParOf" srcId="{B7FA0CC3-6C18-4F29-854E-1ECF9584709E}" destId="{30C889AA-5591-4F93-88A7-3D79DE157969}" srcOrd="0" destOrd="0" presId="urn:microsoft.com/office/officeart/2005/8/layout/hierarchy3"/>
    <dgm:cxn modelId="{B6578BA0-6291-4700-AAB7-E997F460EBCB}" type="presParOf" srcId="{B7FA0CC3-6C18-4F29-854E-1ECF9584709E}" destId="{80DC0877-2298-428D-A798-DD9FD2172C43}" srcOrd="1" destOrd="0" presId="urn:microsoft.com/office/officeart/2005/8/layout/hierarchy3"/>
    <dgm:cxn modelId="{C798E711-52D3-4874-974C-7A9F0E9A4DAC}" type="presParOf" srcId="{E18C6B64-7E3E-4D38-B648-AEE911F6B844}" destId="{9ADE9189-833C-4E61-B5A6-6A6475B7927E}"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F0E0E8-A84E-416E-9468-60A6199A31AB}" type="doc">
      <dgm:prSet loTypeId="urn:microsoft.com/office/officeart/2005/8/layout/hierarchy3" loCatId="hierarchy" qsTypeId="urn:microsoft.com/office/officeart/2005/8/quickstyle/simple1" qsCatId="simple" csTypeId="urn:microsoft.com/office/officeart/2005/8/colors/accent2_2" csCatId="accent2"/>
      <dgm:spPr/>
      <dgm:t>
        <a:bodyPr/>
        <a:lstStyle/>
        <a:p>
          <a:endParaRPr lang="en-US"/>
        </a:p>
      </dgm:t>
    </dgm:pt>
    <dgm:pt modelId="{3E6C1A21-9BF6-4304-909A-5EE389147C21}">
      <dgm:prSet/>
      <dgm:spPr/>
      <dgm:t>
        <a:bodyPr/>
        <a:lstStyle/>
        <a:p>
          <a:r>
            <a:rPr lang="en-US"/>
            <a:t>Cloud Foundry</a:t>
          </a:r>
        </a:p>
      </dgm:t>
    </dgm:pt>
    <dgm:pt modelId="{8441A952-3796-4C16-8374-BB3B66086C66}" type="parTrans" cxnId="{B07F3A29-7298-44A9-9CF9-8B58486E7392}">
      <dgm:prSet/>
      <dgm:spPr/>
      <dgm:t>
        <a:bodyPr/>
        <a:lstStyle/>
        <a:p>
          <a:endParaRPr lang="en-US"/>
        </a:p>
      </dgm:t>
    </dgm:pt>
    <dgm:pt modelId="{26073370-B1AE-4EA8-90D4-C85091B698D9}" type="sibTrans" cxnId="{B07F3A29-7298-44A9-9CF9-8B58486E7392}">
      <dgm:prSet/>
      <dgm:spPr/>
      <dgm:t>
        <a:bodyPr/>
        <a:lstStyle/>
        <a:p>
          <a:endParaRPr lang="en-US"/>
        </a:p>
      </dgm:t>
    </dgm:pt>
    <dgm:pt modelId="{1F66C599-0580-4A2E-B8CC-8D62B9D5238C}">
      <dgm:prSet/>
      <dgm:spPr/>
      <dgm:t>
        <a:bodyPr/>
        <a:lstStyle/>
        <a:p>
          <a:r>
            <a:rPr lang="en-US"/>
            <a:t>Kyma</a:t>
          </a:r>
        </a:p>
      </dgm:t>
    </dgm:pt>
    <dgm:pt modelId="{FA2765C3-B53E-4973-AC69-F71B3E841253}" type="parTrans" cxnId="{542EFE50-96B3-46FA-867F-EF6172A82CF8}">
      <dgm:prSet/>
      <dgm:spPr/>
      <dgm:t>
        <a:bodyPr/>
        <a:lstStyle/>
        <a:p>
          <a:endParaRPr lang="en-US"/>
        </a:p>
      </dgm:t>
    </dgm:pt>
    <dgm:pt modelId="{AF9327AB-5236-476B-8145-25E5AAF4C46F}" type="sibTrans" cxnId="{542EFE50-96B3-46FA-867F-EF6172A82CF8}">
      <dgm:prSet/>
      <dgm:spPr/>
      <dgm:t>
        <a:bodyPr/>
        <a:lstStyle/>
        <a:p>
          <a:endParaRPr lang="en-US"/>
        </a:p>
      </dgm:t>
    </dgm:pt>
    <dgm:pt modelId="{755026EC-320B-4A3A-B601-17B5E03B44C4}">
      <dgm:prSet/>
      <dgm:spPr/>
      <dgm:t>
        <a:bodyPr/>
        <a:lstStyle/>
        <a:p>
          <a:r>
            <a:rPr lang="en-US"/>
            <a:t>ABAP Environment</a:t>
          </a:r>
        </a:p>
      </dgm:t>
    </dgm:pt>
    <dgm:pt modelId="{2992DEA9-7C9F-4C65-82A7-1A0F29617726}" type="parTrans" cxnId="{A6960558-F804-41D4-BAFE-1295D3A0F570}">
      <dgm:prSet/>
      <dgm:spPr/>
      <dgm:t>
        <a:bodyPr/>
        <a:lstStyle/>
        <a:p>
          <a:endParaRPr lang="en-US"/>
        </a:p>
      </dgm:t>
    </dgm:pt>
    <dgm:pt modelId="{2E94DAD1-FD68-4416-97ED-3857EB7C2F70}" type="sibTrans" cxnId="{A6960558-F804-41D4-BAFE-1295D3A0F570}">
      <dgm:prSet/>
      <dgm:spPr/>
      <dgm:t>
        <a:bodyPr/>
        <a:lstStyle/>
        <a:p>
          <a:endParaRPr lang="en-US"/>
        </a:p>
      </dgm:t>
    </dgm:pt>
    <dgm:pt modelId="{10EBED04-77FC-4487-998D-5F65FB03C03A}" type="pres">
      <dgm:prSet presAssocID="{55F0E0E8-A84E-416E-9468-60A6199A31AB}" presName="diagram" presStyleCnt="0">
        <dgm:presLayoutVars>
          <dgm:chPref val="1"/>
          <dgm:dir/>
          <dgm:animOne val="branch"/>
          <dgm:animLvl val="lvl"/>
          <dgm:resizeHandles/>
        </dgm:presLayoutVars>
      </dgm:prSet>
      <dgm:spPr/>
    </dgm:pt>
    <dgm:pt modelId="{FB7CC93E-3196-4439-BE1A-9A907B13F164}" type="pres">
      <dgm:prSet presAssocID="{3E6C1A21-9BF6-4304-909A-5EE389147C21}" presName="root" presStyleCnt="0"/>
      <dgm:spPr/>
    </dgm:pt>
    <dgm:pt modelId="{5BDB72B1-CC44-41BB-B177-95D288070E19}" type="pres">
      <dgm:prSet presAssocID="{3E6C1A21-9BF6-4304-909A-5EE389147C21}" presName="rootComposite" presStyleCnt="0"/>
      <dgm:spPr/>
    </dgm:pt>
    <dgm:pt modelId="{AF9B79CA-A3AB-4C85-BFE6-4052FAA934C7}" type="pres">
      <dgm:prSet presAssocID="{3E6C1A21-9BF6-4304-909A-5EE389147C21}" presName="rootText" presStyleLbl="node1" presStyleIdx="0" presStyleCnt="3"/>
      <dgm:spPr/>
    </dgm:pt>
    <dgm:pt modelId="{BE2F6699-C26E-4F24-80E4-C06AA623AD68}" type="pres">
      <dgm:prSet presAssocID="{3E6C1A21-9BF6-4304-909A-5EE389147C21}" presName="rootConnector" presStyleLbl="node1" presStyleIdx="0" presStyleCnt="3"/>
      <dgm:spPr/>
    </dgm:pt>
    <dgm:pt modelId="{4D95F1C3-D1DD-4E01-B2A2-54A6776F0319}" type="pres">
      <dgm:prSet presAssocID="{3E6C1A21-9BF6-4304-909A-5EE389147C21}" presName="childShape" presStyleCnt="0"/>
      <dgm:spPr/>
    </dgm:pt>
    <dgm:pt modelId="{B4D058BA-A9AB-494B-9357-E71DE8EB31B0}" type="pres">
      <dgm:prSet presAssocID="{1F66C599-0580-4A2E-B8CC-8D62B9D5238C}" presName="root" presStyleCnt="0"/>
      <dgm:spPr/>
    </dgm:pt>
    <dgm:pt modelId="{9D887CBD-66CD-445C-9132-0A162A1BD70F}" type="pres">
      <dgm:prSet presAssocID="{1F66C599-0580-4A2E-B8CC-8D62B9D5238C}" presName="rootComposite" presStyleCnt="0"/>
      <dgm:spPr/>
    </dgm:pt>
    <dgm:pt modelId="{E2DAD8AB-4C3B-4267-817C-913216431110}" type="pres">
      <dgm:prSet presAssocID="{1F66C599-0580-4A2E-B8CC-8D62B9D5238C}" presName="rootText" presStyleLbl="node1" presStyleIdx="1" presStyleCnt="3"/>
      <dgm:spPr/>
    </dgm:pt>
    <dgm:pt modelId="{F07B63AD-E66A-4A65-AE20-F601CEB0A555}" type="pres">
      <dgm:prSet presAssocID="{1F66C599-0580-4A2E-B8CC-8D62B9D5238C}" presName="rootConnector" presStyleLbl="node1" presStyleIdx="1" presStyleCnt="3"/>
      <dgm:spPr/>
    </dgm:pt>
    <dgm:pt modelId="{F631001F-33F4-4381-8E60-F49A04A0310B}" type="pres">
      <dgm:prSet presAssocID="{1F66C599-0580-4A2E-B8CC-8D62B9D5238C}" presName="childShape" presStyleCnt="0"/>
      <dgm:spPr/>
    </dgm:pt>
    <dgm:pt modelId="{5BCA4F53-BD25-4A98-A32C-C8584D0A0A99}" type="pres">
      <dgm:prSet presAssocID="{755026EC-320B-4A3A-B601-17B5E03B44C4}" presName="root" presStyleCnt="0"/>
      <dgm:spPr/>
    </dgm:pt>
    <dgm:pt modelId="{889BE7B9-049D-4208-A15B-60122D7F8971}" type="pres">
      <dgm:prSet presAssocID="{755026EC-320B-4A3A-B601-17B5E03B44C4}" presName="rootComposite" presStyleCnt="0"/>
      <dgm:spPr/>
    </dgm:pt>
    <dgm:pt modelId="{026358D0-50C9-42C3-A34B-79DAAD3D3786}" type="pres">
      <dgm:prSet presAssocID="{755026EC-320B-4A3A-B601-17B5E03B44C4}" presName="rootText" presStyleLbl="node1" presStyleIdx="2" presStyleCnt="3"/>
      <dgm:spPr/>
    </dgm:pt>
    <dgm:pt modelId="{87F5B513-0E71-4DBB-9D2D-60E262BAD4DB}" type="pres">
      <dgm:prSet presAssocID="{755026EC-320B-4A3A-B601-17B5E03B44C4}" presName="rootConnector" presStyleLbl="node1" presStyleIdx="2" presStyleCnt="3"/>
      <dgm:spPr/>
    </dgm:pt>
    <dgm:pt modelId="{2917B0C6-DC9C-4500-93ED-53A71E7B31F2}" type="pres">
      <dgm:prSet presAssocID="{755026EC-320B-4A3A-B601-17B5E03B44C4}" presName="childShape" presStyleCnt="0"/>
      <dgm:spPr/>
    </dgm:pt>
  </dgm:ptLst>
  <dgm:cxnLst>
    <dgm:cxn modelId="{7BD1CC05-50C7-4587-9E27-86980A04C200}" type="presOf" srcId="{755026EC-320B-4A3A-B601-17B5E03B44C4}" destId="{87F5B513-0E71-4DBB-9D2D-60E262BAD4DB}" srcOrd="1" destOrd="0" presId="urn:microsoft.com/office/officeart/2005/8/layout/hierarchy3"/>
    <dgm:cxn modelId="{E5E3B910-C742-48EE-A798-243A167FEE31}" type="presOf" srcId="{1F66C599-0580-4A2E-B8CC-8D62B9D5238C}" destId="{E2DAD8AB-4C3B-4267-817C-913216431110}" srcOrd="0" destOrd="0" presId="urn:microsoft.com/office/officeart/2005/8/layout/hierarchy3"/>
    <dgm:cxn modelId="{B07F3A29-7298-44A9-9CF9-8B58486E7392}" srcId="{55F0E0E8-A84E-416E-9468-60A6199A31AB}" destId="{3E6C1A21-9BF6-4304-909A-5EE389147C21}" srcOrd="0" destOrd="0" parTransId="{8441A952-3796-4C16-8374-BB3B66086C66}" sibTransId="{26073370-B1AE-4EA8-90D4-C85091B698D9}"/>
    <dgm:cxn modelId="{1FEC222F-55F4-4144-A92C-7736BDBC2E8F}" type="presOf" srcId="{3E6C1A21-9BF6-4304-909A-5EE389147C21}" destId="{AF9B79CA-A3AB-4C85-BFE6-4052FAA934C7}" srcOrd="0" destOrd="0" presId="urn:microsoft.com/office/officeart/2005/8/layout/hierarchy3"/>
    <dgm:cxn modelId="{8CDDCA45-2AA0-4EBB-9F78-5FCF49D879BA}" type="presOf" srcId="{3E6C1A21-9BF6-4304-909A-5EE389147C21}" destId="{BE2F6699-C26E-4F24-80E4-C06AA623AD68}" srcOrd="1" destOrd="0" presId="urn:microsoft.com/office/officeart/2005/8/layout/hierarchy3"/>
    <dgm:cxn modelId="{567E8D4B-875B-4C4F-B94A-83EFA4369C34}" type="presOf" srcId="{755026EC-320B-4A3A-B601-17B5E03B44C4}" destId="{026358D0-50C9-42C3-A34B-79DAAD3D3786}" srcOrd="0" destOrd="0" presId="urn:microsoft.com/office/officeart/2005/8/layout/hierarchy3"/>
    <dgm:cxn modelId="{542EFE50-96B3-46FA-867F-EF6172A82CF8}" srcId="{55F0E0E8-A84E-416E-9468-60A6199A31AB}" destId="{1F66C599-0580-4A2E-B8CC-8D62B9D5238C}" srcOrd="1" destOrd="0" parTransId="{FA2765C3-B53E-4973-AC69-F71B3E841253}" sibTransId="{AF9327AB-5236-476B-8145-25E5AAF4C46F}"/>
    <dgm:cxn modelId="{A6960558-F804-41D4-BAFE-1295D3A0F570}" srcId="{55F0E0E8-A84E-416E-9468-60A6199A31AB}" destId="{755026EC-320B-4A3A-B601-17B5E03B44C4}" srcOrd="2" destOrd="0" parTransId="{2992DEA9-7C9F-4C65-82A7-1A0F29617726}" sibTransId="{2E94DAD1-FD68-4416-97ED-3857EB7C2F70}"/>
    <dgm:cxn modelId="{7A73755A-48FF-475C-A44D-15ED3A4A3592}" type="presOf" srcId="{1F66C599-0580-4A2E-B8CC-8D62B9D5238C}" destId="{F07B63AD-E66A-4A65-AE20-F601CEB0A555}" srcOrd="1" destOrd="0" presId="urn:microsoft.com/office/officeart/2005/8/layout/hierarchy3"/>
    <dgm:cxn modelId="{6E4B849B-7C98-4211-97E1-3FB33D5B1C5B}" type="presOf" srcId="{55F0E0E8-A84E-416E-9468-60A6199A31AB}" destId="{10EBED04-77FC-4487-998D-5F65FB03C03A}" srcOrd="0" destOrd="0" presId="urn:microsoft.com/office/officeart/2005/8/layout/hierarchy3"/>
    <dgm:cxn modelId="{94F37D9A-E985-4973-913D-8DE0207369AF}" type="presParOf" srcId="{10EBED04-77FC-4487-998D-5F65FB03C03A}" destId="{FB7CC93E-3196-4439-BE1A-9A907B13F164}" srcOrd="0" destOrd="0" presId="urn:microsoft.com/office/officeart/2005/8/layout/hierarchy3"/>
    <dgm:cxn modelId="{0C6804BF-43E5-4BCA-B4F7-568ABEF50125}" type="presParOf" srcId="{FB7CC93E-3196-4439-BE1A-9A907B13F164}" destId="{5BDB72B1-CC44-41BB-B177-95D288070E19}" srcOrd="0" destOrd="0" presId="urn:microsoft.com/office/officeart/2005/8/layout/hierarchy3"/>
    <dgm:cxn modelId="{650FC12F-14F8-4BB6-8044-1FCABFF53164}" type="presParOf" srcId="{5BDB72B1-CC44-41BB-B177-95D288070E19}" destId="{AF9B79CA-A3AB-4C85-BFE6-4052FAA934C7}" srcOrd="0" destOrd="0" presId="urn:microsoft.com/office/officeart/2005/8/layout/hierarchy3"/>
    <dgm:cxn modelId="{BD0D94A3-85E9-4F48-BB29-3888914FEEB4}" type="presParOf" srcId="{5BDB72B1-CC44-41BB-B177-95D288070E19}" destId="{BE2F6699-C26E-4F24-80E4-C06AA623AD68}" srcOrd="1" destOrd="0" presId="urn:microsoft.com/office/officeart/2005/8/layout/hierarchy3"/>
    <dgm:cxn modelId="{8D7F6EB1-7AC7-4547-8D2C-7CDD773511B7}" type="presParOf" srcId="{FB7CC93E-3196-4439-BE1A-9A907B13F164}" destId="{4D95F1C3-D1DD-4E01-B2A2-54A6776F0319}" srcOrd="1" destOrd="0" presId="urn:microsoft.com/office/officeart/2005/8/layout/hierarchy3"/>
    <dgm:cxn modelId="{6579BF68-F647-4E91-9CD0-7EB6BB787F53}" type="presParOf" srcId="{10EBED04-77FC-4487-998D-5F65FB03C03A}" destId="{B4D058BA-A9AB-494B-9357-E71DE8EB31B0}" srcOrd="1" destOrd="0" presId="urn:microsoft.com/office/officeart/2005/8/layout/hierarchy3"/>
    <dgm:cxn modelId="{B89140CD-4B46-4766-9953-2EBDDAEBF599}" type="presParOf" srcId="{B4D058BA-A9AB-494B-9357-E71DE8EB31B0}" destId="{9D887CBD-66CD-445C-9132-0A162A1BD70F}" srcOrd="0" destOrd="0" presId="urn:microsoft.com/office/officeart/2005/8/layout/hierarchy3"/>
    <dgm:cxn modelId="{34CE989F-35E3-4049-B5C3-BC78ABFB9251}" type="presParOf" srcId="{9D887CBD-66CD-445C-9132-0A162A1BD70F}" destId="{E2DAD8AB-4C3B-4267-817C-913216431110}" srcOrd="0" destOrd="0" presId="urn:microsoft.com/office/officeart/2005/8/layout/hierarchy3"/>
    <dgm:cxn modelId="{F8FB3DE6-86B6-4F4E-A9D7-1CDAF1277F12}" type="presParOf" srcId="{9D887CBD-66CD-445C-9132-0A162A1BD70F}" destId="{F07B63AD-E66A-4A65-AE20-F601CEB0A555}" srcOrd="1" destOrd="0" presId="urn:microsoft.com/office/officeart/2005/8/layout/hierarchy3"/>
    <dgm:cxn modelId="{9FD5F2DF-2B55-49F9-8BC6-AF869CDEAB93}" type="presParOf" srcId="{B4D058BA-A9AB-494B-9357-E71DE8EB31B0}" destId="{F631001F-33F4-4381-8E60-F49A04A0310B}" srcOrd="1" destOrd="0" presId="urn:microsoft.com/office/officeart/2005/8/layout/hierarchy3"/>
    <dgm:cxn modelId="{DDAA7362-6FD5-41CD-8028-46B10E302524}" type="presParOf" srcId="{10EBED04-77FC-4487-998D-5F65FB03C03A}" destId="{5BCA4F53-BD25-4A98-A32C-C8584D0A0A99}" srcOrd="2" destOrd="0" presId="urn:microsoft.com/office/officeart/2005/8/layout/hierarchy3"/>
    <dgm:cxn modelId="{AD5BDC0F-8D2D-459E-92BF-EED57194E702}" type="presParOf" srcId="{5BCA4F53-BD25-4A98-A32C-C8584D0A0A99}" destId="{889BE7B9-049D-4208-A15B-60122D7F8971}" srcOrd="0" destOrd="0" presId="urn:microsoft.com/office/officeart/2005/8/layout/hierarchy3"/>
    <dgm:cxn modelId="{7AC2A98F-3072-41F7-AAA0-F115EB09EB5C}" type="presParOf" srcId="{889BE7B9-049D-4208-A15B-60122D7F8971}" destId="{026358D0-50C9-42C3-A34B-79DAAD3D3786}" srcOrd="0" destOrd="0" presId="urn:microsoft.com/office/officeart/2005/8/layout/hierarchy3"/>
    <dgm:cxn modelId="{4E3EFFCD-FCF1-45B7-9472-70D86D601CC4}" type="presParOf" srcId="{889BE7B9-049D-4208-A15B-60122D7F8971}" destId="{87F5B513-0E71-4DBB-9D2D-60E262BAD4DB}" srcOrd="1" destOrd="0" presId="urn:microsoft.com/office/officeart/2005/8/layout/hierarchy3"/>
    <dgm:cxn modelId="{AEA60342-E754-4AD1-AD93-24913BE78D28}" type="presParOf" srcId="{5BCA4F53-BD25-4A98-A32C-C8584D0A0A99}" destId="{2917B0C6-DC9C-4500-93ED-53A71E7B31F2}"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63A151-7A12-4EDF-98F8-2A62D48325ED}">
      <dsp:nvSpPr>
        <dsp:cNvPr id="0" name=""/>
        <dsp:cNvSpPr/>
      </dsp:nvSpPr>
      <dsp:spPr>
        <a:xfrm>
          <a:off x="860568" y="1119808"/>
          <a:ext cx="1074803" cy="10748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0DAE5-C923-4C62-8E02-A0CC16F179C8}">
      <dsp:nvSpPr>
        <dsp:cNvPr id="0" name=""/>
        <dsp:cNvSpPr/>
      </dsp:nvSpPr>
      <dsp:spPr>
        <a:xfrm>
          <a:off x="203744" y="2511529"/>
          <a:ext cx="238845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a:t>Application Development</a:t>
          </a:r>
        </a:p>
      </dsp:txBody>
      <dsp:txXfrm>
        <a:off x="203744" y="2511529"/>
        <a:ext cx="2388452" cy="720000"/>
      </dsp:txXfrm>
    </dsp:sp>
    <dsp:sp modelId="{D07321BC-4DCB-4453-94EE-0BAE9D4AD319}">
      <dsp:nvSpPr>
        <dsp:cNvPr id="0" name=""/>
        <dsp:cNvSpPr/>
      </dsp:nvSpPr>
      <dsp:spPr>
        <a:xfrm>
          <a:off x="3667000" y="1119808"/>
          <a:ext cx="1074803" cy="10748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69B646-07C0-4CB4-8BE3-46D121CF11C3}">
      <dsp:nvSpPr>
        <dsp:cNvPr id="0" name=""/>
        <dsp:cNvSpPr/>
      </dsp:nvSpPr>
      <dsp:spPr>
        <a:xfrm>
          <a:off x="3010175" y="2511529"/>
          <a:ext cx="238845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a:t>Integration</a:t>
          </a:r>
        </a:p>
      </dsp:txBody>
      <dsp:txXfrm>
        <a:off x="3010175" y="2511529"/>
        <a:ext cx="2388452" cy="720000"/>
      </dsp:txXfrm>
    </dsp:sp>
    <dsp:sp modelId="{C9EAAA83-C688-4FD4-AE16-394640E0810C}">
      <dsp:nvSpPr>
        <dsp:cNvPr id="0" name=""/>
        <dsp:cNvSpPr/>
      </dsp:nvSpPr>
      <dsp:spPr>
        <a:xfrm>
          <a:off x="6473431" y="1119808"/>
          <a:ext cx="1074803" cy="10748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D44E3F-2F8A-4D6B-B194-DDB35FD4BAEC}">
      <dsp:nvSpPr>
        <dsp:cNvPr id="0" name=""/>
        <dsp:cNvSpPr/>
      </dsp:nvSpPr>
      <dsp:spPr>
        <a:xfrm>
          <a:off x="5816607" y="2511529"/>
          <a:ext cx="238845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a:t>Data &amp; Analytics</a:t>
          </a:r>
        </a:p>
      </dsp:txBody>
      <dsp:txXfrm>
        <a:off x="5816607" y="2511529"/>
        <a:ext cx="2388452" cy="720000"/>
      </dsp:txXfrm>
    </dsp:sp>
    <dsp:sp modelId="{D38BB3C2-006B-46F0-90F2-55CFACF2B1D0}">
      <dsp:nvSpPr>
        <dsp:cNvPr id="0" name=""/>
        <dsp:cNvSpPr/>
      </dsp:nvSpPr>
      <dsp:spPr>
        <a:xfrm>
          <a:off x="9279862" y="1119808"/>
          <a:ext cx="1074803" cy="10748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D215A7-773F-4063-AF21-ACDE4BB32E41}">
      <dsp:nvSpPr>
        <dsp:cNvPr id="0" name=""/>
        <dsp:cNvSpPr/>
      </dsp:nvSpPr>
      <dsp:spPr>
        <a:xfrm>
          <a:off x="8623038" y="2511529"/>
          <a:ext cx="238845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a:t>AI &amp; Automation</a:t>
          </a:r>
        </a:p>
      </dsp:txBody>
      <dsp:txXfrm>
        <a:off x="8623038" y="2511529"/>
        <a:ext cx="238845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9A7538-E17F-4FEB-9644-E89CFE6D38EB}">
      <dsp:nvSpPr>
        <dsp:cNvPr id="0" name=""/>
        <dsp:cNvSpPr/>
      </dsp:nvSpPr>
      <dsp:spPr>
        <a:xfrm>
          <a:off x="1369" y="1374776"/>
          <a:ext cx="3203570" cy="160178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15" tIns="54610" rIns="81915" bIns="54610" numCol="1" spcCol="1270" anchor="ctr" anchorCtr="0">
          <a:noAutofit/>
        </a:bodyPr>
        <a:lstStyle/>
        <a:p>
          <a:pPr marL="0" lvl="0" indent="0" algn="ctr" defTabSz="1911350">
            <a:lnSpc>
              <a:spcPct val="90000"/>
            </a:lnSpc>
            <a:spcBef>
              <a:spcPct val="0"/>
            </a:spcBef>
            <a:spcAft>
              <a:spcPct val="35000"/>
            </a:spcAft>
            <a:buNone/>
          </a:pPr>
          <a:r>
            <a:rPr lang="en-US" sz="4300" kern="1200"/>
            <a:t>Global Account</a:t>
          </a:r>
        </a:p>
      </dsp:txBody>
      <dsp:txXfrm>
        <a:off x="48284" y="1421691"/>
        <a:ext cx="3109740" cy="1507955"/>
      </dsp:txXfrm>
    </dsp:sp>
    <dsp:sp modelId="{55705E0D-038D-45CD-89FB-5D5878962125}">
      <dsp:nvSpPr>
        <dsp:cNvPr id="0" name=""/>
        <dsp:cNvSpPr/>
      </dsp:nvSpPr>
      <dsp:spPr>
        <a:xfrm>
          <a:off x="4005832" y="1374776"/>
          <a:ext cx="3203570" cy="160178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15" tIns="54610" rIns="81915" bIns="54610" numCol="1" spcCol="1270" anchor="ctr" anchorCtr="0">
          <a:noAutofit/>
        </a:bodyPr>
        <a:lstStyle/>
        <a:p>
          <a:pPr marL="0" lvl="0" indent="0" algn="ctr" defTabSz="1911350">
            <a:lnSpc>
              <a:spcPct val="90000"/>
            </a:lnSpc>
            <a:spcBef>
              <a:spcPct val="0"/>
            </a:spcBef>
            <a:spcAft>
              <a:spcPct val="35000"/>
            </a:spcAft>
            <a:buNone/>
          </a:pPr>
          <a:r>
            <a:rPr lang="en-US" sz="4300" kern="1200"/>
            <a:t>Subaccount</a:t>
          </a:r>
        </a:p>
      </dsp:txBody>
      <dsp:txXfrm>
        <a:off x="4052747" y="1421691"/>
        <a:ext cx="3109740" cy="1507955"/>
      </dsp:txXfrm>
    </dsp:sp>
    <dsp:sp modelId="{30C889AA-5591-4F93-88A7-3D79DE157969}">
      <dsp:nvSpPr>
        <dsp:cNvPr id="0" name=""/>
        <dsp:cNvSpPr/>
      </dsp:nvSpPr>
      <dsp:spPr>
        <a:xfrm>
          <a:off x="8010295" y="1374776"/>
          <a:ext cx="3203570" cy="160178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15" tIns="54610" rIns="81915" bIns="54610" numCol="1" spcCol="1270" anchor="ctr" anchorCtr="0">
          <a:noAutofit/>
        </a:bodyPr>
        <a:lstStyle/>
        <a:p>
          <a:pPr marL="0" lvl="0" indent="0" algn="ctr" defTabSz="1911350">
            <a:lnSpc>
              <a:spcPct val="90000"/>
            </a:lnSpc>
            <a:spcBef>
              <a:spcPct val="0"/>
            </a:spcBef>
            <a:spcAft>
              <a:spcPct val="35000"/>
            </a:spcAft>
            <a:buNone/>
          </a:pPr>
          <a:r>
            <a:rPr lang="en-US" sz="4300" kern="1200"/>
            <a:t>Spaces</a:t>
          </a:r>
        </a:p>
      </dsp:txBody>
      <dsp:txXfrm>
        <a:off x="8057210" y="1421691"/>
        <a:ext cx="3109740" cy="15079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B79CA-A3AB-4C85-BFE6-4052FAA934C7}">
      <dsp:nvSpPr>
        <dsp:cNvPr id="0" name=""/>
        <dsp:cNvSpPr/>
      </dsp:nvSpPr>
      <dsp:spPr>
        <a:xfrm>
          <a:off x="1369" y="1374776"/>
          <a:ext cx="3203570" cy="160178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105" tIns="52070" rIns="78105" bIns="52070" numCol="1" spcCol="1270" anchor="ctr" anchorCtr="0">
          <a:noAutofit/>
        </a:bodyPr>
        <a:lstStyle/>
        <a:p>
          <a:pPr marL="0" lvl="0" indent="0" algn="ctr" defTabSz="1822450">
            <a:lnSpc>
              <a:spcPct val="90000"/>
            </a:lnSpc>
            <a:spcBef>
              <a:spcPct val="0"/>
            </a:spcBef>
            <a:spcAft>
              <a:spcPct val="35000"/>
            </a:spcAft>
            <a:buNone/>
          </a:pPr>
          <a:r>
            <a:rPr lang="en-US" sz="4100" kern="1200"/>
            <a:t>Cloud Foundry</a:t>
          </a:r>
        </a:p>
      </dsp:txBody>
      <dsp:txXfrm>
        <a:off x="48284" y="1421691"/>
        <a:ext cx="3109740" cy="1507955"/>
      </dsp:txXfrm>
    </dsp:sp>
    <dsp:sp modelId="{E2DAD8AB-4C3B-4267-817C-913216431110}">
      <dsp:nvSpPr>
        <dsp:cNvPr id="0" name=""/>
        <dsp:cNvSpPr/>
      </dsp:nvSpPr>
      <dsp:spPr>
        <a:xfrm>
          <a:off x="4005832" y="1374776"/>
          <a:ext cx="3203570" cy="160178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105" tIns="52070" rIns="78105" bIns="52070" numCol="1" spcCol="1270" anchor="ctr" anchorCtr="0">
          <a:noAutofit/>
        </a:bodyPr>
        <a:lstStyle/>
        <a:p>
          <a:pPr marL="0" lvl="0" indent="0" algn="ctr" defTabSz="1822450">
            <a:lnSpc>
              <a:spcPct val="90000"/>
            </a:lnSpc>
            <a:spcBef>
              <a:spcPct val="0"/>
            </a:spcBef>
            <a:spcAft>
              <a:spcPct val="35000"/>
            </a:spcAft>
            <a:buNone/>
          </a:pPr>
          <a:r>
            <a:rPr lang="en-US" sz="4100" kern="1200"/>
            <a:t>Kyma</a:t>
          </a:r>
        </a:p>
      </dsp:txBody>
      <dsp:txXfrm>
        <a:off x="4052747" y="1421691"/>
        <a:ext cx="3109740" cy="1507955"/>
      </dsp:txXfrm>
    </dsp:sp>
    <dsp:sp modelId="{026358D0-50C9-42C3-A34B-79DAAD3D3786}">
      <dsp:nvSpPr>
        <dsp:cNvPr id="0" name=""/>
        <dsp:cNvSpPr/>
      </dsp:nvSpPr>
      <dsp:spPr>
        <a:xfrm>
          <a:off x="8010295" y="1374776"/>
          <a:ext cx="3203570" cy="160178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105" tIns="52070" rIns="78105" bIns="52070" numCol="1" spcCol="1270" anchor="ctr" anchorCtr="0">
          <a:noAutofit/>
        </a:bodyPr>
        <a:lstStyle/>
        <a:p>
          <a:pPr marL="0" lvl="0" indent="0" algn="ctr" defTabSz="1822450">
            <a:lnSpc>
              <a:spcPct val="90000"/>
            </a:lnSpc>
            <a:spcBef>
              <a:spcPct val="0"/>
            </a:spcBef>
            <a:spcAft>
              <a:spcPct val="35000"/>
            </a:spcAft>
            <a:buNone/>
          </a:pPr>
          <a:r>
            <a:rPr lang="en-US" sz="4100" kern="1200"/>
            <a:t>ABAP Environment</a:t>
          </a:r>
        </a:p>
      </dsp:txBody>
      <dsp:txXfrm>
        <a:off x="8057210" y="1421691"/>
        <a:ext cx="3109740" cy="150795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4/10/2026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4/10/2026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11.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hyperlink" Target="https://go.microsoft.com/fwlink/?linkid=2006808&amp;clcid=0x409"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737413" y="2807208"/>
            <a:ext cx="7077456" cy="1243584"/>
          </a:xfrm>
        </p:spPr>
        <p:txBody>
          <a:bodyPr/>
          <a:lstStyle/>
          <a:p>
            <a:pPr algn="ctr"/>
            <a:r>
              <a:rPr lang="en-US" dirty="0"/>
              <a:t>SAP BTP</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What is SAP BTP ?</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US" dirty="0"/>
              <a:t>Business Technology Platform ( BTP)</a:t>
            </a:r>
          </a:p>
          <a:p>
            <a:r>
              <a:rPr lang="en-US" dirty="0"/>
              <a:t>PaaS</a:t>
            </a:r>
          </a:p>
          <a:p>
            <a:r>
              <a:rPr lang="en-US" dirty="0"/>
              <a:t>It is SAP’s cloud platform used to :</a:t>
            </a:r>
          </a:p>
          <a:p>
            <a:pPr lvl="1">
              <a:buFont typeface="Wingdings" panose="05000000000000000000" pitchFamily="2" charset="2"/>
              <a:buChar char="q"/>
            </a:pPr>
            <a:r>
              <a:rPr lang="en-US" dirty="0"/>
              <a:t>build applications</a:t>
            </a:r>
          </a:p>
          <a:p>
            <a:pPr lvl="1">
              <a:buFont typeface="Wingdings" panose="05000000000000000000" pitchFamily="2" charset="2"/>
              <a:buChar char="q"/>
            </a:pPr>
            <a:r>
              <a:rPr lang="en-US" dirty="0"/>
              <a:t>extend S/4HANA / SAP products</a:t>
            </a:r>
          </a:p>
          <a:p>
            <a:pPr lvl="1">
              <a:buFont typeface="Wingdings" panose="05000000000000000000" pitchFamily="2" charset="2"/>
              <a:buChar char="q"/>
            </a:pPr>
            <a:r>
              <a:rPr lang="en-US" dirty="0"/>
              <a:t>Integrate SAP and non-SAP systems</a:t>
            </a:r>
          </a:p>
          <a:p>
            <a:pPr lvl="1">
              <a:buFont typeface="Wingdings" panose="05000000000000000000" pitchFamily="2" charset="2"/>
              <a:buChar char="q"/>
            </a:pPr>
            <a:r>
              <a:rPr lang="en-US" dirty="0"/>
              <a:t>Manage data</a:t>
            </a:r>
          </a:p>
          <a:p>
            <a:pPr lvl="1">
              <a:buFont typeface="Wingdings" panose="05000000000000000000" pitchFamily="2" charset="2"/>
              <a:buChar char="q"/>
            </a:pPr>
            <a:r>
              <a:rPr lang="en-US" dirty="0"/>
              <a:t>Analytics and AI services</a:t>
            </a:r>
          </a:p>
          <a:p>
            <a:pPr lvl="1">
              <a:buFont typeface="Wingdings" panose="05000000000000000000" pitchFamily="2" charset="2"/>
              <a:buChar char="q"/>
            </a:pPr>
            <a:r>
              <a:rPr lang="en-US" dirty="0"/>
              <a:t>Workflow/automation</a:t>
            </a:r>
          </a:p>
          <a:p>
            <a:pPr lvl="1">
              <a:buFont typeface="Wingdings" panose="05000000000000000000" pitchFamily="2" charset="2"/>
              <a:buChar char="q"/>
            </a:pPr>
            <a:r>
              <a:rPr lang="en-US" dirty="0"/>
              <a:t>Security and identity</a:t>
            </a:r>
          </a:p>
          <a:p>
            <a:r>
              <a:rPr lang="en-US" dirty="0"/>
              <a:t>Basically, a platform where we build, deploy, secure and run enterprise applications.</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76DAA-8862-DCDD-B309-67FFA4F00FB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A62EE1C-739C-C997-FE0F-89716661FE13}"/>
              </a:ext>
            </a:extLst>
          </p:cNvPr>
          <p:cNvSpPr>
            <a:spLocks noGrp="1"/>
          </p:cNvSpPr>
          <p:nvPr>
            <p:ph type="title"/>
          </p:nvPr>
        </p:nvSpPr>
        <p:spPr/>
        <p:txBody>
          <a:bodyPr/>
          <a:lstStyle/>
          <a:p>
            <a:r>
              <a:rPr lang="en-US" dirty="0"/>
              <a:t>Why do we need BTP ?</a:t>
            </a:r>
          </a:p>
        </p:txBody>
      </p:sp>
      <p:sp>
        <p:nvSpPr>
          <p:cNvPr id="10" name="Text Placeholder 9">
            <a:extLst>
              <a:ext uri="{FF2B5EF4-FFF2-40B4-BE49-F238E27FC236}">
                <a16:creationId xmlns:a16="http://schemas.microsoft.com/office/drawing/2014/main" id="{D99400FF-368A-06E3-1D3A-75A31D616D22}"/>
              </a:ext>
            </a:extLst>
          </p:cNvPr>
          <p:cNvSpPr>
            <a:spLocks noGrp="1"/>
          </p:cNvSpPr>
          <p:nvPr>
            <p:ph type="body" sz="quarter" idx="13"/>
          </p:nvPr>
        </p:nvSpPr>
        <p:spPr/>
        <p:txBody>
          <a:bodyPr/>
          <a:lstStyle/>
          <a:p>
            <a:r>
              <a:rPr lang="en-US" dirty="0"/>
              <a:t>Let’s say a company wants to </a:t>
            </a:r>
          </a:p>
          <a:p>
            <a:pPr lvl="1">
              <a:buFont typeface="Wingdings" panose="05000000000000000000" pitchFamily="2" charset="2"/>
              <a:buChar char="§"/>
            </a:pPr>
            <a:r>
              <a:rPr lang="en-US" dirty="0"/>
              <a:t>Extend S/4HANA</a:t>
            </a:r>
          </a:p>
          <a:p>
            <a:pPr lvl="1">
              <a:buFont typeface="Wingdings" panose="05000000000000000000" pitchFamily="2" charset="2"/>
              <a:buChar char="§"/>
            </a:pPr>
            <a:r>
              <a:rPr lang="en-US" dirty="0"/>
              <a:t>Create custom approval apps</a:t>
            </a:r>
          </a:p>
          <a:p>
            <a:pPr lvl="1">
              <a:buFont typeface="Wingdings" panose="05000000000000000000" pitchFamily="2" charset="2"/>
              <a:buChar char="§"/>
            </a:pPr>
            <a:r>
              <a:rPr lang="en-US" dirty="0"/>
              <a:t>Build vendor portals</a:t>
            </a:r>
          </a:p>
          <a:p>
            <a:pPr lvl="1">
              <a:buFont typeface="Wingdings" panose="05000000000000000000" pitchFamily="2" charset="2"/>
              <a:buChar char="§"/>
            </a:pPr>
            <a:r>
              <a:rPr lang="en-US" dirty="0"/>
              <a:t>Integrate third party APIs</a:t>
            </a:r>
          </a:p>
          <a:p>
            <a:pPr lvl="1">
              <a:buFont typeface="Wingdings" panose="05000000000000000000" pitchFamily="2" charset="2"/>
              <a:buChar char="§"/>
            </a:pPr>
            <a:r>
              <a:rPr lang="en-US" dirty="0"/>
              <a:t>Create mobile/web apps</a:t>
            </a:r>
          </a:p>
          <a:p>
            <a:endParaRPr lang="en-US" dirty="0"/>
          </a:p>
          <a:p>
            <a:r>
              <a:rPr lang="en-US" dirty="0"/>
              <a:t>Keep SAP core clean, build extensions on BTP. </a:t>
            </a:r>
          </a:p>
        </p:txBody>
      </p:sp>
      <p:sp>
        <p:nvSpPr>
          <p:cNvPr id="2" name="Slide Number Placeholder 1">
            <a:extLst>
              <a:ext uri="{FF2B5EF4-FFF2-40B4-BE49-F238E27FC236}">
                <a16:creationId xmlns:a16="http://schemas.microsoft.com/office/drawing/2014/main" id="{EE26436B-28C3-3374-501C-68D52D20B780}"/>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9874041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F0B53-C68C-EBA0-BA0A-053B8D91F32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378278B-72CF-4A84-58D3-6A5F801E6FF3}"/>
              </a:ext>
            </a:extLst>
          </p:cNvPr>
          <p:cNvSpPr>
            <a:spLocks noGrp="1"/>
          </p:cNvSpPr>
          <p:nvPr>
            <p:ph type="title"/>
          </p:nvPr>
        </p:nvSpPr>
        <p:spPr>
          <a:xfrm>
            <a:off x="444500" y="542925"/>
            <a:ext cx="11214100" cy="535531"/>
          </a:xfrm>
        </p:spPr>
        <p:txBody>
          <a:bodyPr wrap="square" anchor="t">
            <a:normAutofit/>
          </a:bodyPr>
          <a:lstStyle/>
          <a:p>
            <a:r>
              <a:rPr lang="en-US" dirty="0"/>
              <a:t>Major pillars of BTP</a:t>
            </a:r>
          </a:p>
        </p:txBody>
      </p:sp>
      <p:sp>
        <p:nvSpPr>
          <p:cNvPr id="2" name="Slide Number Placeholder 1">
            <a:extLst>
              <a:ext uri="{FF2B5EF4-FFF2-40B4-BE49-F238E27FC236}">
                <a16:creationId xmlns:a16="http://schemas.microsoft.com/office/drawing/2014/main" id="{56159E73-30E4-4CB0-FFE0-C8C4E12CC1F1}"/>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4</a:t>
            </a:fld>
            <a:endParaRPr lang="en-US"/>
          </a:p>
        </p:txBody>
      </p:sp>
      <p:graphicFrame>
        <p:nvGraphicFramePr>
          <p:cNvPr id="12" name="Text Placeholder 9">
            <a:extLst>
              <a:ext uri="{FF2B5EF4-FFF2-40B4-BE49-F238E27FC236}">
                <a16:creationId xmlns:a16="http://schemas.microsoft.com/office/drawing/2014/main" id="{57BAC8F2-3CD3-540E-0A1B-C7D5492F0F98}"/>
              </a:ext>
            </a:extLst>
          </p:cNvPr>
          <p:cNvGraphicFramePr/>
          <p:nvPr>
            <p:extLst>
              <p:ext uri="{D42A27DB-BD31-4B8C-83A1-F6EECF244321}">
                <p14:modId xmlns:p14="http://schemas.microsoft.com/office/powerpoint/2010/main" val="3935448396"/>
              </p:ext>
            </p:extLst>
          </p:nvPr>
        </p:nvGraphicFramePr>
        <p:xfrm>
          <a:off x="443365" y="1825625"/>
          <a:ext cx="1121523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24323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E088C-A78E-0395-E216-60298D32883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48B333E-4CB7-B414-B0B1-C894753C03B9}"/>
              </a:ext>
            </a:extLst>
          </p:cNvPr>
          <p:cNvSpPr>
            <a:spLocks noGrp="1"/>
          </p:cNvSpPr>
          <p:nvPr>
            <p:ph type="title"/>
          </p:nvPr>
        </p:nvSpPr>
        <p:spPr>
          <a:xfrm>
            <a:off x="444500" y="542925"/>
            <a:ext cx="11214100" cy="535531"/>
          </a:xfrm>
        </p:spPr>
        <p:txBody>
          <a:bodyPr wrap="square" anchor="t">
            <a:normAutofit/>
          </a:bodyPr>
          <a:lstStyle/>
          <a:p>
            <a:r>
              <a:rPr lang="en-US" dirty="0"/>
              <a:t>BTP Accounts Hierarchy</a:t>
            </a:r>
          </a:p>
        </p:txBody>
      </p:sp>
      <p:sp>
        <p:nvSpPr>
          <p:cNvPr id="2" name="Slide Number Placeholder 1">
            <a:extLst>
              <a:ext uri="{FF2B5EF4-FFF2-40B4-BE49-F238E27FC236}">
                <a16:creationId xmlns:a16="http://schemas.microsoft.com/office/drawing/2014/main" id="{C1383462-67EF-12E3-93A2-DB9CACB80B7D}"/>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5</a:t>
            </a:fld>
            <a:endParaRPr lang="en-US"/>
          </a:p>
        </p:txBody>
      </p:sp>
      <p:graphicFrame>
        <p:nvGraphicFramePr>
          <p:cNvPr id="12" name="Text Placeholder 9">
            <a:extLst>
              <a:ext uri="{FF2B5EF4-FFF2-40B4-BE49-F238E27FC236}">
                <a16:creationId xmlns:a16="http://schemas.microsoft.com/office/drawing/2014/main" id="{88FE380C-9D7B-44C9-43A8-B5918F8B4808}"/>
              </a:ext>
            </a:extLst>
          </p:cNvPr>
          <p:cNvGraphicFramePr/>
          <p:nvPr>
            <p:extLst>
              <p:ext uri="{D42A27DB-BD31-4B8C-83A1-F6EECF244321}">
                <p14:modId xmlns:p14="http://schemas.microsoft.com/office/powerpoint/2010/main" val="182491602"/>
              </p:ext>
            </p:extLst>
          </p:nvPr>
        </p:nvGraphicFramePr>
        <p:xfrm>
          <a:off x="443365" y="1825625"/>
          <a:ext cx="1121523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97926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A292A-DBDF-2573-7FB1-06E520AFDEC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BA69684-B8A7-D8D8-48FB-9E4E37836D0B}"/>
              </a:ext>
            </a:extLst>
          </p:cNvPr>
          <p:cNvSpPr>
            <a:spLocks noGrp="1"/>
          </p:cNvSpPr>
          <p:nvPr>
            <p:ph type="title"/>
          </p:nvPr>
        </p:nvSpPr>
        <p:spPr>
          <a:xfrm>
            <a:off x="444500" y="542925"/>
            <a:ext cx="11214100" cy="535531"/>
          </a:xfrm>
        </p:spPr>
        <p:txBody>
          <a:bodyPr wrap="square" anchor="t">
            <a:normAutofit/>
          </a:bodyPr>
          <a:lstStyle/>
          <a:p>
            <a:r>
              <a:rPr lang="en-US" dirty="0"/>
              <a:t>Environments in BTP</a:t>
            </a:r>
          </a:p>
        </p:txBody>
      </p:sp>
      <p:sp>
        <p:nvSpPr>
          <p:cNvPr id="2" name="Slide Number Placeholder 1">
            <a:extLst>
              <a:ext uri="{FF2B5EF4-FFF2-40B4-BE49-F238E27FC236}">
                <a16:creationId xmlns:a16="http://schemas.microsoft.com/office/drawing/2014/main" id="{B8B72763-6D80-55D9-A4D7-356B7A5A30A4}"/>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6</a:t>
            </a:fld>
            <a:endParaRPr lang="en-US"/>
          </a:p>
        </p:txBody>
      </p:sp>
      <p:graphicFrame>
        <p:nvGraphicFramePr>
          <p:cNvPr id="12" name="Text Placeholder 9">
            <a:extLst>
              <a:ext uri="{FF2B5EF4-FFF2-40B4-BE49-F238E27FC236}">
                <a16:creationId xmlns:a16="http://schemas.microsoft.com/office/drawing/2014/main" id="{DB7034B5-5A52-8F5A-90C0-D16A99C44D48}"/>
              </a:ext>
            </a:extLst>
          </p:cNvPr>
          <p:cNvGraphicFramePr/>
          <p:nvPr>
            <p:extLst>
              <p:ext uri="{D42A27DB-BD31-4B8C-83A1-F6EECF244321}">
                <p14:modId xmlns:p14="http://schemas.microsoft.com/office/powerpoint/2010/main" val="4293663113"/>
              </p:ext>
            </p:extLst>
          </p:nvPr>
        </p:nvGraphicFramePr>
        <p:xfrm>
          <a:off x="443365" y="1825625"/>
          <a:ext cx="1121523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20846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Why do we need BTP ?</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US" dirty="0"/>
              <a:t>Lorem ipsum dolor sit amet</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a:p>
            <a:endParaRPr lang="en-US" dirty="0"/>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a:t>
            </a:r>
          </a:p>
        </p:txBody>
      </p:sp>
      <p:pic>
        <p:nvPicPr>
          <p:cNvPr id="25" name="Picture Placeholder 24" descr="Bar chart">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t="63" b="63"/>
          <a:stretch>
            <a:fillRect/>
          </a:stretch>
        </p:blipFill>
        <p:spPr>
          <a:xfrm>
            <a:off x="978212" y="2096716"/>
            <a:ext cx="1259505" cy="1259505"/>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pic>
        <p:nvPicPr>
          <p:cNvPr id="27" name="Picture Placeholder 26" descr="Clock">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p:pic>
      <p:sp>
        <p:nvSpPr>
          <p:cNvPr id="20" name="Text Placeholder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a:lstStyle/>
          <a:p>
            <a:r>
              <a:rPr lang="en-US" dirty="0"/>
              <a:t>Caption02 appears here</a:t>
            </a:r>
          </a:p>
        </p:txBody>
      </p:sp>
      <p:pic>
        <p:nvPicPr>
          <p:cNvPr id="29" name="Picture Placeholder 28" descr="Microscope">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t="63" b="63"/>
          <a:stretch>
            <a:fillRect/>
          </a:stretch>
        </p:blipFill>
        <p:spPr/>
      </p:pic>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pic>
        <p:nvPicPr>
          <p:cNvPr id="31" name="Picture Placeholder 30" descr="Magnifying glass">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a:fillRect/>
          </a:stretch>
        </p:blipFill>
        <p:spPr/>
      </p:pic>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pic>
        <p:nvPicPr>
          <p:cNvPr id="33" name="Picture Placeholder 32" descr="Head with Gears">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rcRect t="63" b="63"/>
          <a:stretch>
            <a:fillRect/>
          </a:stretch>
        </p:blipFill>
        <p:spPr/>
      </p:pic>
      <p:sp>
        <p:nvSpPr>
          <p:cNvPr id="23" name="Text Placeholder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a:lstStyle/>
          <a:p>
            <a:r>
              <a:rPr lang="en-US" dirty="0"/>
              <a:t>Caption05 appears here</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03</a:t>
            </a:r>
          </a:p>
        </p:txBody>
      </p:sp>
      <p:pic>
        <p:nvPicPr>
          <p:cNvPr id="20" name="Picture Placeholder 19" descr="Triangular pattern design with dimension">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a:stretch>
            <a:fillRect/>
          </a:stretch>
        </p:blipFill>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04</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Table</a:t>
            </a:r>
          </a:p>
        </p:txBody>
      </p:sp>
      <p:graphicFrame>
        <p:nvGraphicFramePr>
          <p:cNvPr id="6" name="Table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2357960289"/>
              </p:ext>
            </p:extLst>
          </p:nvPr>
        </p:nvGraphicFramePr>
        <p:xfrm>
          <a:off x="1130300" y="1856740"/>
          <a:ext cx="9931400" cy="3931920"/>
        </p:xfrm>
        <a:graphic>
          <a:graphicData uri="http://schemas.openxmlformats.org/drawingml/2006/table">
            <a:tbl>
              <a:tblPr firstRow="1" bandRow="1">
                <a:tableStyleId>{5C22544A-7EE6-4342-B048-85BDC9FD1C3A}</a:tableStyleId>
              </a:tblPr>
              <a:tblGrid>
                <a:gridCol w="2482850">
                  <a:extLst>
                    <a:ext uri="{9D8B030D-6E8A-4147-A177-3AD203B41FA5}">
                      <a16:colId xmlns:a16="http://schemas.microsoft.com/office/drawing/2014/main" val="3559833401"/>
                    </a:ext>
                  </a:extLst>
                </a:gridCol>
                <a:gridCol w="2482850">
                  <a:extLst>
                    <a:ext uri="{9D8B030D-6E8A-4147-A177-3AD203B41FA5}">
                      <a16:colId xmlns:a16="http://schemas.microsoft.com/office/drawing/2014/main" val="82523989"/>
                    </a:ext>
                  </a:extLst>
                </a:gridCol>
                <a:gridCol w="2482850">
                  <a:extLst>
                    <a:ext uri="{9D8B030D-6E8A-4147-A177-3AD203B41FA5}">
                      <a16:colId xmlns:a16="http://schemas.microsoft.com/office/drawing/2014/main" val="3211310719"/>
                    </a:ext>
                  </a:extLst>
                </a:gridCol>
                <a:gridCol w="2482850">
                  <a:extLst>
                    <a:ext uri="{9D8B030D-6E8A-4147-A177-3AD203B41FA5}">
                      <a16:colId xmlns:a16="http://schemas.microsoft.com/office/drawing/2014/main" val="4160613981"/>
                    </a:ext>
                  </a:extLst>
                </a:gridCol>
              </a:tblGrid>
              <a:tr h="640080">
                <a:tc>
                  <a:txBody>
                    <a:bodyPr/>
                    <a:lstStyle/>
                    <a:p>
                      <a:pPr algn="ct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09093558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446909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472044516"/>
                  </a:ext>
                </a:extLst>
              </a:tr>
            </a:tbl>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Chart</a:t>
            </a:r>
          </a:p>
        </p:txBody>
      </p:sp>
      <p:graphicFrame>
        <p:nvGraphicFramePr>
          <p:cNvPr id="7" name="Chart 6" title="Gross Revenue Placeholder Chart">
            <a:extLst>
              <a:ext uri="{FF2B5EF4-FFF2-40B4-BE49-F238E27FC236}">
                <a16:creationId xmlns:a16="http://schemas.microsoft.com/office/drawing/2014/main" id="{19AEAA04-4840-FB41-B910-5F3570D85F0A}"/>
              </a:ext>
            </a:extLst>
          </p:cNvPr>
          <p:cNvGraphicFramePr/>
          <p:nvPr>
            <p:extLst>
              <p:ext uri="{D42A27DB-BD31-4B8C-83A1-F6EECF244321}">
                <p14:modId xmlns:p14="http://schemas.microsoft.com/office/powerpoint/2010/main" val="654825679"/>
              </p:ext>
            </p:extLst>
          </p:nvPr>
        </p:nvGraphicFramePr>
        <p:xfrm>
          <a:off x="1250950" y="1712075"/>
          <a:ext cx="9690100" cy="4444199"/>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7551057" cy="2859313"/>
          </a:xfrm>
        </p:spPr>
        <p:txBody>
          <a:bodyPr/>
          <a:lstStyle/>
          <a:p>
            <a:r>
              <a:rPr lang="en-US" dirty="0"/>
              <a:t>Quote appears here </a:t>
            </a:r>
            <a:br>
              <a:rPr lang="en-US" dirty="0"/>
            </a:br>
            <a:r>
              <a:rPr lang="en-US" dirty="0"/>
              <a:t>Lorem ipsum dolor sit amet, consectetuer adipiscing elit.” </a:t>
            </a:r>
            <a:br>
              <a:rPr lang="en-US" dirty="0"/>
            </a:br>
            <a:r>
              <a:rPr lang="en-US" sz="2400" dirty="0"/>
              <a:t>- Author</a:t>
            </a:r>
            <a:endParaRPr lang="en-US" dirty="0"/>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1</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2</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dirty="0"/>
              <a:t>Customize this Template</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16</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p:txBody>
          <a:bodyPr/>
          <a:lstStyle/>
          <a:p>
            <a:r>
              <a:rPr lang="en-US" u="sng" dirty="0">
                <a:hlinkClick r:id="rId2">
                  <a:extLst>
                    <a:ext uri="{A12FA001-AC4F-418D-AE19-62706E023703}">
                      <ahyp:hlinkClr xmlns:ahyp="http://schemas.microsoft.com/office/drawing/2018/hyperlinkcolor" val="tx"/>
                    </a:ext>
                  </a:extLst>
                </a:hlinkClick>
              </a:rPr>
              <a:t>Template Editing Instructions and Feedback</a:t>
            </a:r>
            <a:endParaRPr lang="en-US" u="sng" dirty="0"/>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3181</TotalTime>
  <Words>440</Words>
  <Application>Microsoft Office PowerPoint</Application>
  <PresentationFormat>Widescreen</PresentationFormat>
  <Paragraphs>78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Trade Gothic LT Pro</vt:lpstr>
      <vt:lpstr>Trebuchet MS</vt:lpstr>
      <vt:lpstr>Wingdings</vt:lpstr>
      <vt:lpstr>Office Theme</vt:lpstr>
      <vt:lpstr>SAP BTP</vt:lpstr>
      <vt:lpstr>What is SAP BTP ?</vt:lpstr>
      <vt:lpstr>Why do we need BTP ?</vt:lpstr>
      <vt:lpstr>Major pillars of BTP</vt:lpstr>
      <vt:lpstr>BTP Accounts Hierarchy</vt:lpstr>
      <vt:lpstr>Environments in BTP</vt:lpstr>
      <vt:lpstr>Why do we need BTP ?</vt:lpstr>
      <vt:lpstr>Content Title</vt:lpstr>
      <vt:lpstr>Content Title 03</vt:lpstr>
      <vt:lpstr>Content Title 04</vt:lpstr>
      <vt:lpstr>Table</vt:lpstr>
      <vt:lpstr>Chart</vt:lpstr>
      <vt:lpstr>Quote appears here  Lorem ipsum dolor sit amet, consectetuer adipiscing elit.”  - Author</vt:lpstr>
      <vt:lpstr>Thank You 1</vt:lpstr>
      <vt:lpstr>Thank You 2</vt:lpstr>
      <vt:lpstr>Customize this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Swapnil Garg</dc:creator>
  <cp:lastModifiedBy>Swapnil Garg</cp:lastModifiedBy>
  <cp:revision>1</cp:revision>
  <dcterms:created xsi:type="dcterms:W3CDTF">2026-04-10T13:24:48Z</dcterms:created>
  <dcterms:modified xsi:type="dcterms:W3CDTF">2026-04-12T18:26:37Z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