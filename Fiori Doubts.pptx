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86" r:id="rId6"/>
    <p:sldId id="293" r:id="rId7"/>
    <p:sldId id="291" r:id="rId8"/>
    <p:sldId id="29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4/21/2026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2324" y="3785616"/>
            <a:ext cx="7077456" cy="1243584"/>
          </a:xfrm>
        </p:spPr>
        <p:txBody>
          <a:bodyPr/>
          <a:lstStyle/>
          <a:p>
            <a:pPr algn="ctr"/>
            <a:r>
              <a:rPr lang="en-US" dirty="0"/>
              <a:t>Fiori Doubts Session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76DAA-8862-DCDD-B309-67FFA4F00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A62EE1C-739C-C997-FE0F-89716661F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Enable debugging in a deployed app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26436B-28C3-3374-501C-68D52D20B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99400FF-368A-06E3-1D3A-75A31D616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>
            <a:normAutofit/>
          </a:bodyPr>
          <a:lstStyle/>
          <a:p>
            <a:r>
              <a:rPr lang="en-US" sz="2600" dirty="0"/>
              <a:t>?sap-</a:t>
            </a:r>
            <a:r>
              <a:rPr lang="en-US" sz="2600" dirty="0" err="1"/>
              <a:t>ui</a:t>
            </a:r>
            <a:r>
              <a:rPr lang="en-US" sz="2600" dirty="0"/>
              <a:t>-debug=true</a:t>
            </a:r>
          </a:p>
          <a:p>
            <a:r>
              <a:rPr lang="en-US" sz="2600" dirty="0"/>
              <a:t>?sap-</a:t>
            </a:r>
            <a:r>
              <a:rPr lang="en-US" sz="2600" dirty="0" err="1"/>
              <a:t>ui</a:t>
            </a:r>
            <a:r>
              <a:rPr lang="en-US" sz="2600" dirty="0"/>
              <a:t>-preload=off</a:t>
            </a:r>
          </a:p>
          <a:p>
            <a:r>
              <a:rPr lang="en-US" sz="2600" dirty="0"/>
              <a:t>?sap-</a:t>
            </a:r>
            <a:r>
              <a:rPr lang="en-US" sz="2600" dirty="0" err="1"/>
              <a:t>ui</a:t>
            </a:r>
            <a:r>
              <a:rPr lang="en-US" sz="2600" dirty="0"/>
              <a:t>-debug=your.namespace.app.*</a:t>
            </a:r>
          </a:p>
        </p:txBody>
      </p:sp>
    </p:spTree>
    <p:extLst>
      <p:ext uri="{BB962C8B-B14F-4D97-AF65-F5344CB8AC3E}">
        <p14:creationId xmlns:p14="http://schemas.microsoft.com/office/powerpoint/2010/main" val="98740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3042D-BC9F-01F4-C79B-6295F0547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37AF279-06A6-79FF-D3A6-EB8AABAE5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Smart Filter Bar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7A300E-F4CE-54CE-3FA0-1EFB85037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0CB598-8A91-30DD-AA66-09F7E786F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>
            <a:normAutofit/>
          </a:bodyPr>
          <a:lstStyle/>
          <a:p>
            <a:r>
              <a:rPr lang="en-US" sz="2600" dirty="0" err="1"/>
              <a:t>persistenceKey</a:t>
            </a:r>
            <a:endParaRPr lang="en-US" sz="2600" dirty="0"/>
          </a:p>
          <a:p>
            <a:r>
              <a:rPr lang="en-US" sz="2600" dirty="0" err="1"/>
              <a:t>beforeVariantFetch</a:t>
            </a:r>
            <a:endParaRPr lang="en-US" sz="2600" dirty="0"/>
          </a:p>
          <a:p>
            <a:r>
              <a:rPr lang="en-US" sz="2600" dirty="0" err="1"/>
              <a:t>afterVariantLoad</a:t>
            </a:r>
            <a:endParaRPr lang="en-US" sz="2600" dirty="0"/>
          </a:p>
          <a:p>
            <a:r>
              <a:rPr lang="en-US" sz="2600" dirty="0"/>
              <a:t>initialized() 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705299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C6A58-71BE-1151-0AD0-33940B488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FDF60A-6A85-4B5B-0BD6-0C21401BD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Smart Table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8B9DD0-06D6-82D2-025E-F4E6E4F7B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C6A1DDC-34F2-9607-7CF9-BB89B39A6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>
            <a:normAutofit/>
          </a:bodyPr>
          <a:lstStyle/>
          <a:p>
            <a:r>
              <a:rPr lang="en-US" sz="2600" dirty="0"/>
              <a:t>initialize()</a:t>
            </a:r>
          </a:p>
          <a:p>
            <a:r>
              <a:rPr lang="en-US" sz="2600" dirty="0" err="1"/>
              <a:t>onBeforeRebindTable</a:t>
            </a:r>
            <a:r>
              <a:rPr lang="en-US" sz="26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88696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2A3C0-BDA5-060B-9E96-568213E08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89DE469-BD6F-064F-5918-65DA80695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Custom functions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D4E3F3-83DB-75C1-1C42-75379EDD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4768BBF-35A1-276A-822D-9F0A8ED99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>
            <a:normAutofit/>
          </a:bodyPr>
          <a:lstStyle/>
          <a:p>
            <a:r>
              <a:rPr lang="en-US" sz="2600" dirty="0" err="1"/>
              <a:t>onChangeDatePicker</a:t>
            </a:r>
            <a:r>
              <a:rPr lang="en-US" sz="2600" dirty="0"/>
              <a:t>()</a:t>
            </a:r>
          </a:p>
          <a:p>
            <a:r>
              <a:rPr lang="en-US" sz="2600" dirty="0" err="1"/>
              <a:t>setSmartTableColumnKeys</a:t>
            </a:r>
            <a:r>
              <a:rPr lang="en-US" sz="2600" dirty="0"/>
              <a:t>()</a:t>
            </a:r>
          </a:p>
          <a:p>
            <a:r>
              <a:rPr lang="en-US" sz="2600" dirty="0"/>
              <a:t>_geti18n()</a:t>
            </a:r>
          </a:p>
          <a:p>
            <a:r>
              <a:rPr lang="en-US" sz="2600" dirty="0" err="1"/>
              <a:t>convertCurrFormatter</a:t>
            </a:r>
            <a:r>
              <a:rPr lang="en-US" sz="2600" dirty="0"/>
              <a:t>()</a:t>
            </a:r>
          </a:p>
          <a:p>
            <a:r>
              <a:rPr lang="en-US" sz="2600" dirty="0" err="1"/>
              <a:t>convertDecimalFormatter</a:t>
            </a:r>
            <a:r>
              <a:rPr lang="en-US" sz="2600" dirty="0"/>
              <a:t>()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026739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6303</TotalTime>
  <Words>57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Trade Gothic LT Pro</vt:lpstr>
      <vt:lpstr>Trebuchet MS</vt:lpstr>
      <vt:lpstr>Office Theme</vt:lpstr>
      <vt:lpstr>Fiori Doubts Session</vt:lpstr>
      <vt:lpstr>Enable debugging in a deployed app</vt:lpstr>
      <vt:lpstr>Smart Filter Bar</vt:lpstr>
      <vt:lpstr>Smart Table</vt:lpstr>
      <vt:lpstr>Custom 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Swapnil Garg</dc:creator>
  <cp:lastModifiedBy>Swapnil Garg</cp:lastModifiedBy>
  <cp:revision>12</cp:revision>
  <dcterms:created xsi:type="dcterms:W3CDTF">2026-04-10T13:24:48Z</dcterms:created>
  <dcterms:modified xsi:type="dcterms:W3CDTF">2026-04-21T17:06:32Z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