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57" r:id="rId9"/>
    <p:sldId id="272" r:id="rId10"/>
    <p:sldId id="273" r:id="rId11"/>
    <p:sldId id="260" r:id="rId12"/>
    <p:sldId id="263" r:id="rId13"/>
    <p:sldId id="264" r:id="rId14"/>
    <p:sldId id="265" r:id="rId15"/>
    <p:sldId id="283" r:id="rId16"/>
    <p:sldId id="261" r:id="rId17"/>
    <p:sldId id="276" r:id="rId18"/>
    <p:sldId id="274" r:id="rId19"/>
    <p:sldId id="275" r:id="rId20"/>
    <p:sldId id="280" r:id="rId21"/>
    <p:sldId id="277" r:id="rId22"/>
    <p:sldId id="278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C80E-AB12-038E-FFD7-F0F9E5D4C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SAP UI5/Fiori</a:t>
            </a:r>
          </a:p>
        </p:txBody>
      </p:sp>
    </p:spTree>
    <p:extLst>
      <p:ext uri="{BB962C8B-B14F-4D97-AF65-F5344CB8AC3E}">
        <p14:creationId xmlns:p14="http://schemas.microsoft.com/office/powerpoint/2010/main" val="314577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60B88-7C28-D0C8-3788-89E99937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CONTENTS	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DB6FC-A3A9-5887-D40A-4D97C144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400" dirty="0"/>
              <a:t>SAP UI5 &amp; Fiori Overview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Development Environment &amp; First UI5 App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MVC Architecture &amp; Controllers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Data Binding &amp; Models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UI Controls, Layouts &amp; Tables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Routing &amp; Navigation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Odata Model Integration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CRUD Operations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Filters, Search &amp; Value Help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Error Handling &amp; Debugging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Fiori Launchpad &amp; Deployment</a:t>
            </a:r>
          </a:p>
          <a:p>
            <a:pPr>
              <a:lnSpc>
                <a:spcPct val="110000"/>
              </a:lnSpc>
            </a:pPr>
            <a:r>
              <a:rPr lang="en-IN" sz="1400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45596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095E35-5E51-2685-D42F-FACBC5B9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IN" dirty="0"/>
              <a:t>Sap gui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What is SAP GUI (Graphical User Interface) - SAP Tutorials">
            <a:extLst>
              <a:ext uri="{FF2B5EF4-FFF2-40B4-BE49-F238E27FC236}">
                <a16:creationId xmlns:a16="http://schemas.microsoft.com/office/drawing/2014/main" id="{667003A2-CD8A-64C2-B99E-9371A021E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2" b="-1"/>
          <a:stretch>
            <a:fillRect/>
          </a:stretch>
        </p:blipFill>
        <p:spPr bwMode="auto">
          <a:xfrm>
            <a:off x="1271223" y="1116345"/>
            <a:ext cx="4825148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5BAFD-14DB-FB43-9EE1-0DD5D993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450613"/>
          </a:xfrm>
        </p:spPr>
        <p:txBody>
          <a:bodyPr>
            <a:normAutofit/>
          </a:bodyPr>
          <a:lstStyle/>
          <a:p>
            <a:r>
              <a:rPr lang="en-IN" dirty="0"/>
              <a:t>Desktop based</a:t>
            </a:r>
          </a:p>
          <a:p>
            <a:r>
              <a:rPr lang="en-IN" dirty="0"/>
              <a:t>Transaction heavy</a:t>
            </a:r>
          </a:p>
          <a:p>
            <a:r>
              <a:rPr lang="en-IN" dirty="0"/>
              <a:t>Not user friendly</a:t>
            </a:r>
          </a:p>
          <a:p>
            <a:r>
              <a:rPr lang="en-IN" dirty="0"/>
              <a:t>Non - responsive</a:t>
            </a:r>
          </a:p>
        </p:txBody>
      </p:sp>
      <p:pic>
        <p:nvPicPr>
          <p:cNvPr id="1041" name="Picture 1040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76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5BB14454-D00C-4958-BB39-F5F9F3AC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28A657A7-C4E5-425B-98FA-BB817FF7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733BD5-2189-E9FC-1129-565BD2A2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>
            <a:normAutofit/>
          </a:bodyPr>
          <a:lstStyle/>
          <a:p>
            <a:r>
              <a:rPr lang="en-IN" dirty="0"/>
              <a:t>Web Dynpro	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1084370-0E70-4003-9787-3490FCC20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2B7C66D2-22E8-4E8F-829B-050BFA7C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7463259" y="583365"/>
            <a:chExt cx="6104330" cy="5181928"/>
          </a:xfrm>
        </p:grpSpPr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F0B78D6F-1F61-4DBB-8F5A-934BB85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610433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5" name="Rectangle 2064">
              <a:extLst>
                <a:ext uri="{FF2B5EF4-FFF2-40B4-BE49-F238E27FC236}">
                  <a16:creationId xmlns:a16="http://schemas.microsoft.com/office/drawing/2014/main" id="{23EA261D-1F8C-4BE5-8586-3C1CC5CE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5471354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52" name="Picture 4" descr="Web Dynpro ABAP on a Touch Device - SAP Community">
            <a:extLst>
              <a:ext uri="{FF2B5EF4-FFF2-40B4-BE49-F238E27FC236}">
                <a16:creationId xmlns:a16="http://schemas.microsoft.com/office/drawing/2014/main" id="{EFEE9384-F08F-E20E-316C-5C2719F45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r="38357" b="2"/>
          <a:stretch>
            <a:fillRect/>
          </a:stretch>
        </p:blipFill>
        <p:spPr bwMode="auto">
          <a:xfrm>
            <a:off x="1271223" y="1116345"/>
            <a:ext cx="4825148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79871-C003-2F5E-FB28-E690A7E9E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029" y="2015732"/>
            <a:ext cx="3520368" cy="3450613"/>
          </a:xfrm>
        </p:spPr>
        <p:txBody>
          <a:bodyPr>
            <a:normAutofit/>
          </a:bodyPr>
          <a:lstStyle/>
          <a:p>
            <a:r>
              <a:rPr lang="en-IN" dirty="0"/>
              <a:t>Server Side Rendering</a:t>
            </a:r>
          </a:p>
          <a:p>
            <a:r>
              <a:rPr lang="en-IN" dirty="0"/>
              <a:t>Tight Coupling with Backend</a:t>
            </a:r>
          </a:p>
          <a:p>
            <a:r>
              <a:rPr lang="en-IN" dirty="0"/>
              <a:t>Slow UI changes</a:t>
            </a:r>
          </a:p>
          <a:p>
            <a:r>
              <a:rPr lang="en-IN" dirty="0"/>
              <a:t>Limited UX flexibility</a:t>
            </a:r>
          </a:p>
        </p:txBody>
      </p:sp>
      <p:pic>
        <p:nvPicPr>
          <p:cNvPr id="2067" name="Picture 2066">
            <a:extLst>
              <a:ext uri="{FF2B5EF4-FFF2-40B4-BE49-F238E27FC236}">
                <a16:creationId xmlns:a16="http://schemas.microsoft.com/office/drawing/2014/main" id="{3635D2BC-4EDA-4A3E-83BF-035608099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69" name="Straight Connector 2068">
            <a:extLst>
              <a:ext uri="{FF2B5EF4-FFF2-40B4-BE49-F238E27FC236}">
                <a16:creationId xmlns:a16="http://schemas.microsoft.com/office/drawing/2014/main" id="{A3C86EB9-7FA9-42F7-B348-A7FD17436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33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56D1-D9DF-2540-EE3A-06FA0BDD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sap changed direction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6800-5D60-3FB8-AA68-D06076DB3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Need for 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Browser based apps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Mobile Responsiveness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Faster UI Development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91966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4C02-70AE-A0EF-8B89-786D0AFE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Sap Ui5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35A84-C6BE-B8C5-585F-669647D2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JS based UI framework provided by SAP for building web apps.</a:t>
            </a:r>
          </a:p>
          <a:p>
            <a:r>
              <a:rPr lang="en-IN" dirty="0"/>
              <a:t>Core characteristics 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Client –side rendering.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Runs in the browser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Based on HTML5, CSS and JavaScript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Rich set of reusable UI Controls</a:t>
            </a:r>
          </a:p>
        </p:txBody>
      </p:sp>
    </p:spTree>
    <p:extLst>
      <p:ext uri="{BB962C8B-B14F-4D97-AF65-F5344CB8AC3E}">
        <p14:creationId xmlns:p14="http://schemas.microsoft.com/office/powerpoint/2010/main" val="1438954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799A-482D-1525-25CC-6A34C5D4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building blocks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C12C-F7B8-69FA-C38C-79068D78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  <a:p>
            <a:r>
              <a:rPr lang="en-IN" dirty="0"/>
              <a:t>Views (XML)</a:t>
            </a:r>
          </a:p>
          <a:p>
            <a:r>
              <a:rPr lang="en-IN" dirty="0"/>
              <a:t>Controllers (JS)</a:t>
            </a:r>
          </a:p>
          <a:p>
            <a:r>
              <a:rPr lang="en-IN" dirty="0"/>
              <a:t>Models &amp; Data Binding</a:t>
            </a:r>
          </a:p>
          <a:p>
            <a:r>
              <a:rPr lang="en-IN" dirty="0"/>
              <a:t>UI Controls</a:t>
            </a:r>
          </a:p>
        </p:txBody>
      </p:sp>
    </p:spTree>
    <p:extLst>
      <p:ext uri="{BB962C8B-B14F-4D97-AF65-F5344CB8AC3E}">
        <p14:creationId xmlns:p14="http://schemas.microsoft.com/office/powerpoint/2010/main" val="403645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AB45593-978C-D95D-6390-63725D5A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IN" dirty="0"/>
              <a:t>What is sap fiori?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D2BEF-1B88-F3C3-877A-12DA25745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r>
              <a:rPr lang="en-IN" dirty="0"/>
              <a:t>Modern, </a:t>
            </a:r>
            <a:r>
              <a:rPr lang="en-IN" b="1" dirty="0"/>
              <a:t>role-based</a:t>
            </a:r>
            <a:r>
              <a:rPr lang="en-IN" dirty="0"/>
              <a:t> UX for SAP</a:t>
            </a:r>
          </a:p>
          <a:p>
            <a:r>
              <a:rPr lang="en-IN" dirty="0"/>
              <a:t>Runs on Web browser</a:t>
            </a:r>
          </a:p>
          <a:p>
            <a:r>
              <a:rPr lang="en-IN" dirty="0"/>
              <a:t>Works on all devices</a:t>
            </a:r>
          </a:p>
          <a:p>
            <a:r>
              <a:rPr lang="en-IN" dirty="0"/>
              <a:t>Based on SAP UI5 framework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8" name="Picture 4" descr="sap-fiori-app-library-user-experience-reponsive-web-design">
            <a:extLst>
              <a:ext uri="{FF2B5EF4-FFF2-40B4-BE49-F238E27FC236}">
                <a16:creationId xmlns:a16="http://schemas.microsoft.com/office/drawing/2014/main" id="{68C12DAC-7958-831A-2A48-5CC45027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6" r="15245" b="-2"/>
          <a:stretch>
            <a:fillRect/>
          </a:stretch>
        </p:blipFill>
        <p:spPr bwMode="auto">
          <a:xfrm>
            <a:off x="6094411" y="1148662"/>
            <a:ext cx="4960442" cy="397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734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1F04-F97F-30B1-5B25-D83A590C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Sap Fiori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1BF9A-E8D3-B59D-D4FE-B5D32DCBF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Role Based </a:t>
            </a:r>
          </a:p>
          <a:p>
            <a:r>
              <a:rPr lang="en-IN" dirty="0"/>
              <a:t>Simple</a:t>
            </a:r>
          </a:p>
          <a:p>
            <a:r>
              <a:rPr lang="en-IN" dirty="0"/>
              <a:t>Responsive</a:t>
            </a:r>
          </a:p>
          <a:p>
            <a:r>
              <a:rPr lang="en-IN" dirty="0"/>
              <a:t>Coherent</a:t>
            </a:r>
          </a:p>
          <a:p>
            <a:r>
              <a:rPr lang="en-IN" dirty="0"/>
              <a:t>Delightful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48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B47E7-448D-AE1A-A8EB-EE27ABB56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Types of sap Fiori apps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A760AF1-3A8D-0014-6F6D-49EC04A5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Freestyle SAP UI5 Apps 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Full UI control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XML + JS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More development effort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Used for complex UI requirements</a:t>
            </a:r>
          </a:p>
          <a:p>
            <a:r>
              <a:rPr lang="en-IN" dirty="0"/>
              <a:t>Fiori Elements Apps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Metadata – driven UI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Based on CDS annotations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Faster development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Less UI customization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28FC-70AC-5F79-CA8F-B7C9E78D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Development tools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8ADA2-D8BB-7859-51B6-5DE8D1625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SAP Business Application Studio – Cloud based IDE</a:t>
            </a:r>
          </a:p>
          <a:p>
            <a:r>
              <a:rPr lang="en-IN" dirty="0"/>
              <a:t>Web IDE </a:t>
            </a:r>
          </a:p>
          <a:p>
            <a:r>
              <a:rPr lang="en-IN" dirty="0"/>
              <a:t>VS Code</a:t>
            </a:r>
          </a:p>
        </p:txBody>
      </p:sp>
    </p:spTree>
    <p:extLst>
      <p:ext uri="{BB962C8B-B14F-4D97-AF65-F5344CB8AC3E}">
        <p14:creationId xmlns:p14="http://schemas.microsoft.com/office/powerpoint/2010/main" val="34395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F6063D1-088C-03A8-A512-B3CF88B8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IN" dirty="0"/>
              <a:t>Sap BAS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39AB-93D8-54FC-F6E3-1A5B2A25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700" dirty="0"/>
              <a:t>Browser based development environment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Private Virtual Machine in Cloud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VS Code Compatible Experience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Optimized for : 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 dirty="0"/>
              <a:t>SAP UI5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 dirty="0"/>
              <a:t>Fiori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 dirty="0"/>
              <a:t>CAP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IN" sz="1700" dirty="0"/>
              <a:t>SAP BTP Development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9DBB2B-8DE0-7D5E-5AF8-039B4099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2063268"/>
            <a:ext cx="4960442" cy="214539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868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75932-9510-F85B-A4BE-0C71F289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235" y="1027937"/>
            <a:ext cx="6083708" cy="3711894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5400" dirty="0"/>
              <a:t>Creation of a project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57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AD31D-7578-FAB6-7B3D-F0E9940E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Project structure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3F0D6D5-7C4E-03A1-2C0E-CF7935EB4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Controller :  JavaScript logic for each view</a:t>
            </a:r>
          </a:p>
          <a:p>
            <a:r>
              <a:rPr lang="en-IN" dirty="0"/>
              <a:t>View :  XML Views</a:t>
            </a:r>
          </a:p>
          <a:p>
            <a:r>
              <a:rPr lang="en-IN" dirty="0"/>
              <a:t>CSS :  CSS files for styling</a:t>
            </a:r>
          </a:p>
          <a:p>
            <a:r>
              <a:rPr lang="en-IN" dirty="0"/>
              <a:t>index.html :  </a:t>
            </a:r>
            <a:r>
              <a:rPr lang="en-US" dirty="0"/>
              <a:t>Bootstraps SAPUI5 and launches the app</a:t>
            </a:r>
          </a:p>
          <a:p>
            <a:r>
              <a:rPr lang="en-US" dirty="0"/>
              <a:t>Manifest.json :  App configuration (routing, models, services)</a:t>
            </a:r>
          </a:p>
          <a:p>
            <a:r>
              <a:rPr lang="en-US" dirty="0"/>
              <a:t>Component.js :   Initializes the app, loads views and models (App entry point)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25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A2780-4D57-C766-6F25-B480F296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Visual Flow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B6951D7-6FAB-E615-7C87-B736FD71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100"/>
              <a:t>index.html</a:t>
            </a:r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/>
              <a:t>UI5 Bootstrap</a:t>
            </a:r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 err="1"/>
              <a:t>ComponentSupport</a:t>
            </a:r>
            <a:endParaRPr lang="en-IN" sz="1100"/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/>
              <a:t>Component.js</a:t>
            </a:r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 err="1"/>
              <a:t>manifest.json</a:t>
            </a:r>
            <a:endParaRPr lang="en-IN" sz="1100"/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/>
              <a:t>Root View</a:t>
            </a:r>
          </a:p>
          <a:p>
            <a:pPr>
              <a:lnSpc>
                <a:spcPct val="110000"/>
              </a:lnSpc>
            </a:pPr>
            <a:r>
              <a:rPr lang="en-IN" sz="1100"/>
              <a:t>   ↓</a:t>
            </a:r>
          </a:p>
          <a:p>
            <a:pPr>
              <a:lnSpc>
                <a:spcPct val="110000"/>
              </a:lnSpc>
            </a:pPr>
            <a:r>
              <a:rPr lang="en-IN" sz="1100"/>
              <a:t>App UI</a:t>
            </a:r>
          </a:p>
          <a:p>
            <a:pPr>
              <a:lnSpc>
                <a:spcPct val="110000"/>
              </a:lnSpc>
            </a:pP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41392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451E0C-7440-DAD9-D9BD-4D5E27E3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IN" dirty="0"/>
              <a:t>MVC Architecture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030C-0AB7-EB2E-3B7A-A63F70116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IN" dirty="0"/>
              <a:t>Model – Data (JSON/ OData)</a:t>
            </a:r>
          </a:p>
          <a:p>
            <a:r>
              <a:rPr lang="en-IN" dirty="0"/>
              <a:t>View – UI (XML)</a:t>
            </a:r>
          </a:p>
          <a:p>
            <a:r>
              <a:rPr lang="en-IN" dirty="0"/>
              <a:t>Controller – Logic (JS)</a:t>
            </a:r>
          </a:p>
          <a:p>
            <a:endParaRPr lang="en-IN" dirty="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F14B85-D4DB-D156-2A0F-5D39A34B9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6539" y="1116345"/>
            <a:ext cx="4616325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59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4C05-B60B-6702-0041-1CDAE6BC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15369-B076-33A7-90EF-8BC6563B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XML View</a:t>
            </a:r>
          </a:p>
          <a:p>
            <a:r>
              <a:rPr lang="en-IN" dirty="0"/>
              <a:t>JS View</a:t>
            </a:r>
          </a:p>
          <a:p>
            <a:r>
              <a:rPr lang="en-IN" dirty="0"/>
              <a:t>HTML View</a:t>
            </a:r>
          </a:p>
        </p:txBody>
      </p:sp>
    </p:spTree>
    <p:extLst>
      <p:ext uri="{BB962C8B-B14F-4D97-AF65-F5344CB8AC3E}">
        <p14:creationId xmlns:p14="http://schemas.microsoft.com/office/powerpoint/2010/main" val="1103644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B2038-D0B0-F681-783F-7C046336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Views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0B57-E02C-7BDC-EC29-DBD0CCA5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XML : A declarative way to describe UI.</a:t>
            </a:r>
          </a:p>
          <a:p>
            <a:r>
              <a:rPr lang="en-IN" dirty="0"/>
              <a:t>Why XML 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Clean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Readable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Easy for designers and developers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SAP tooling supports it heavily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412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9250-5B9C-7CFC-413F-F562C0383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D2F4-6A6D-EF04-50E6-9DAAC9E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Controller defines what happens</a:t>
            </a:r>
          </a:p>
          <a:p>
            <a:r>
              <a:rPr lang="en-IN" dirty="0"/>
              <a:t>Lifecycle methods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onInit()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onBeforeRendering()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onAfterRedning()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onExit()</a:t>
            </a:r>
          </a:p>
        </p:txBody>
      </p:sp>
    </p:spTree>
    <p:extLst>
      <p:ext uri="{BB962C8B-B14F-4D97-AF65-F5344CB8AC3E}">
        <p14:creationId xmlns:p14="http://schemas.microsoft.com/office/powerpoint/2010/main" val="1455397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3081" name="Picture 3080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FFA2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0743A7-AAF7-A984-41E9-7393900A46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70890"/>
            <a:ext cx="10905066" cy="531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468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A41D-58C0-4EDA-42FD-2A44D6F9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55CA0-64B0-A99E-E260-7A331D02D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Model is a container that holds data for the application.</a:t>
            </a:r>
          </a:p>
          <a:p>
            <a:r>
              <a:rPr lang="en-US" dirty="0"/>
              <a:t>Models in UI5 :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JSON Model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Odata Model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XML Model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Resource Model</a:t>
            </a:r>
          </a:p>
        </p:txBody>
      </p:sp>
    </p:spTree>
    <p:extLst>
      <p:ext uri="{BB962C8B-B14F-4D97-AF65-F5344CB8AC3E}">
        <p14:creationId xmlns:p14="http://schemas.microsoft.com/office/powerpoint/2010/main" val="1093362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4381-EC57-7EF3-C711-4DBF0F2B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5F25-7278-2EB9-A34D-5B10A9C24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Binding is a connection between the UI and a data source.</a:t>
            </a:r>
          </a:p>
          <a:p>
            <a:r>
              <a:rPr lang="en-US" dirty="0"/>
              <a:t>Types of Data Binding :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Property Binding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Aggregation Binding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Element Binding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Expression Binding</a:t>
            </a:r>
          </a:p>
          <a:p>
            <a:r>
              <a:rPr lang="en-IN" dirty="0"/>
              <a:t>Binding Modes :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One Way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Two Way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/>
              <a:t> One Time</a:t>
            </a:r>
          </a:p>
        </p:txBody>
      </p:sp>
    </p:spTree>
    <p:extLst>
      <p:ext uri="{BB962C8B-B14F-4D97-AF65-F5344CB8AC3E}">
        <p14:creationId xmlns:p14="http://schemas.microsoft.com/office/powerpoint/2010/main" val="3599291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DF432-49C0-3F57-5BF4-8C3D52C46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76" y="1600199"/>
            <a:ext cx="3539266" cy="4297680"/>
          </a:xfrm>
        </p:spPr>
        <p:txBody>
          <a:bodyPr anchor="ctr">
            <a:normAutofit/>
          </a:bodyPr>
          <a:lstStyle/>
          <a:p>
            <a:r>
              <a:rPr lang="en-IN" dirty="0"/>
              <a:t>formatters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446A-75E8-3DB4-3244-353C04849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851" y="1600199"/>
            <a:ext cx="6130003" cy="4297680"/>
          </a:xfrm>
        </p:spPr>
        <p:txBody>
          <a:bodyPr anchor="ctr">
            <a:normAutofit/>
          </a:bodyPr>
          <a:lstStyle/>
          <a:p>
            <a:r>
              <a:rPr lang="en-US" dirty="0"/>
              <a:t>Model stores raw data, formatter makes it human-readable.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02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6868-6369-BE2A-76FC-97F6EA0A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5CD3-C540-8220-B572-700DBCD2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Button</a:t>
            </a:r>
          </a:p>
          <a:p>
            <a:r>
              <a:rPr lang="en-IN" dirty="0"/>
              <a:t>HBox</a:t>
            </a:r>
          </a:p>
          <a:p>
            <a:r>
              <a:rPr lang="en-IN" dirty="0"/>
              <a:t>VBox </a:t>
            </a:r>
          </a:p>
          <a:p>
            <a:r>
              <a:rPr lang="en-IN" dirty="0"/>
              <a:t>SimpleForm</a:t>
            </a:r>
          </a:p>
          <a:p>
            <a:r>
              <a:rPr lang="en-IN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548083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9D76-F44A-6F04-8B34-235AF35D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C525-2395-C573-776E-0B9D2EFAD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don’t use routing: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You manually hide/show views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You load views dynamically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You lose browser history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Back button breaks</a:t>
            </a:r>
          </a:p>
          <a:p>
            <a:r>
              <a:rPr lang="en-US" dirty="0"/>
              <a:t>In UI5, routing connects URLs to 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6106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31148</TotalTime>
  <Words>589</Words>
  <Application>Microsoft Office PowerPoint</Application>
  <PresentationFormat>Widescreen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Gill Sans MT</vt:lpstr>
      <vt:lpstr>Wingdings</vt:lpstr>
      <vt:lpstr>Gallery</vt:lpstr>
      <vt:lpstr>SAP UI5/Fiori</vt:lpstr>
      <vt:lpstr>CONTENTS </vt:lpstr>
      <vt:lpstr>Sap gui</vt:lpstr>
      <vt:lpstr>Web Dynpro </vt:lpstr>
      <vt:lpstr>Why sap changed direction ?</vt:lpstr>
      <vt:lpstr>Sap Ui5  </vt:lpstr>
      <vt:lpstr>Key building blocks </vt:lpstr>
      <vt:lpstr>What is sap fiori?</vt:lpstr>
      <vt:lpstr>Sap Fiori design principles</vt:lpstr>
      <vt:lpstr>Types of sap Fiori apps</vt:lpstr>
      <vt:lpstr>Development tools </vt:lpstr>
      <vt:lpstr>Sap BAS</vt:lpstr>
      <vt:lpstr>Creation of a project</vt:lpstr>
      <vt:lpstr>Project structure</vt:lpstr>
      <vt:lpstr>Visual Flow</vt:lpstr>
      <vt:lpstr>MVC Architecture</vt:lpstr>
      <vt:lpstr>Types of views</vt:lpstr>
      <vt:lpstr>XML Views </vt:lpstr>
      <vt:lpstr>Controller</vt:lpstr>
      <vt:lpstr>PowerPoint Presentation</vt:lpstr>
      <vt:lpstr>Models</vt:lpstr>
      <vt:lpstr>DATA BINDING</vt:lpstr>
      <vt:lpstr>formatters</vt:lpstr>
      <vt:lpstr>CONTROLS </vt:lpstr>
      <vt:lpstr>ROUTING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Garg</dc:creator>
  <cp:lastModifiedBy>Swapnil Garg</cp:lastModifiedBy>
  <cp:revision>18</cp:revision>
  <dcterms:created xsi:type="dcterms:W3CDTF">2026-01-07T14:45:07Z</dcterms:created>
  <dcterms:modified xsi:type="dcterms:W3CDTF">2026-03-02T08:37:59Z</dcterms:modified>
</cp:coreProperties>
</file>